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Solving Problems and Designing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Thomas A. Edison · Chapter 7 · Grade 4 · 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7004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460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916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0" y="457200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5372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457200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How did Thomas Edison use his knowledge of energy transfer and transformation to solve problems?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Life before light bulbs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Before light bulbs, people lit the dark with open flames — torches, candles, oil lanterns.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Open flames can be unsafe. Early bulbs burned out fast and cost too much.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UNSAFE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SOLVE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Edison saw a chance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Improve, don't invent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Edison did NOT invent the first light bulb. Other engineers had already built bulbs.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 improved their designs — safer, longer-lasting, more affordable.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EXISTING BULB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BETTER BULB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Testing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More than 6,000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Edison's team tested more than six thousand materials for a filament.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They wanted a material that glows a long time without burning up — and costs less.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REPEAT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1879 — bamboo + carbon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1879, a bamboo filament coated with carbon worked.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Electrical energy transformed to light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ELECTRICAL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LIGHT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BULB GLOWS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filament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Where the change happens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filament is the wire in a bulb that glows when electricity moves through it.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glass protects the filament.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Keep trying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'I haven't failed. I've just found ten thousand ways that won't work.'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Persistence = keep trying to solve a problem, even when you find ways that don't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=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GOING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Lewis Howard Latimer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Latimer improved Edison's bulb — securing the wire to the filament,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and making the filament stronger and longer-lasting. Design improves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Beyond light bulbs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The alkaline battery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1901, Edison made the first alkaline battery — lighter and more powerful.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His electric-car idea did not succeed then, but his battery still affects your life.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STORED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ELECTRICAL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POWER DEVICES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Design never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Incandescent → CFL →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Each new design improves an earlier one: less electricity, less heat, longer life.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As long as there are problems, people keep designing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 AGAIN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is a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PROBLEM → DESIGN → TEST → EVIDENCE → IMPROVE.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Add one Edison example and one example from your own tabletop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004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DESIGN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6460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5916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5372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causes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= the ability to cause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see a change → we infer energy was involved.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→ CHANGE →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Moving objects have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moving object has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It can cause a change when it hits or pushes.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Same object, different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For the SAME object, faster = more energy of motion = bigger change.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MEASURE ramp height and cup movement; we INFER the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BIGGER CHANGE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transfers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transfers by sound, light, heat, and electric current.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TRANSFER = energy moves place/object. TRANSFORMATION = form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Collisions transfer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 a collision, energy of motion transfers to the target — and some becomes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does NOT disappear.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 TARGET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+ SOUND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— Chapter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Transformations +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INPUT → TRANSFORMATION → OUTPUT. Engineers solve problems with energy changes,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judged by criteria under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Insert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Energy Unit Concept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Center: ENERGY. Branches: causes change · motion · speed · transfer · collisions ·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transformation · engineering. Add one example under each.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Data / graph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Same-object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Read a ramp-height vs cup-displacement table.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pattern do you see? What do we measure vs infer?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RAMP HEIGHT 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CUP MOVEMENT 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Transfer / Transformation /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Retrieval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Classify: warm spoon · flashlight · dominoes · buzzer · toy-car collision.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State the system boundary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TRANSFORMATION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BOTH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One thing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fair test changes ONE thing and keeps everything else the same.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That way we know what caused the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ONE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REST SAME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Criteria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Engineering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Criteria = what a good solution must do.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Constraints = the limits (materials, time, safety).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CONSTRAINTS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SOLUTION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Assessment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What to expect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Multiple choice · diagrams · data tables · graph reading · short answers · one CER.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Show your evidence. Use your Core Vocabulary cards if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SHOW EVIDENCE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Correction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Learn from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MISSED ITEM → ORIGINAL THINKING → CORRECT IDEA → EVIDENCE → NEW EXAMPLE.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Corrections are about learning, not punishment.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MISSED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REPAIR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Unit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From change to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→ CHANGE → EVIDENCE → ENGINEERING.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Notes Insert 3 — Unit Reflection: something I can explain, strong evidence,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one improvement, one question.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