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Energy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4 · Grade 4 · Week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1752" y="476402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04360" y="457200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84591" y="476402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199" y="457200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Something moved… no one touched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cup is tapped.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paper target a few inches away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Nothing touched the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 notice… I wonder…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notice: the paper moved.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wonder: how did it move without being touched?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What evidence shows that energy transfers from place to place?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transfer = energy moves from one place to another,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or from one object to another.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energy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Fill in the blanks: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“Energy transfer happens when energy moves from one ______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or ______ to another.”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one example.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Sound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do you think the paper will do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when the cup is tapped?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Sound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Cup + tapping object + paper target.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cup must NOT touch the paper.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SOUND SOURCE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Sound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Keep your body very still.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bumping desks.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blowing air at the paper.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Sound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paper moved — and nothing touched it.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movement is the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That change is evidence sound transferred energy.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Sound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Did anything touch the paper?  (No.)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 how did the energy get from the cup to the paper?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Sound moved through the air and caused the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 (sound column)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the sound setup.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Label the source and the change you saw.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Light phenomenon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flashlight lights up a card across the room.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card changes — it lights 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Light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will change on the target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when the flashlight is turned on?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if a barrier blocks the path?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Light path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Trace the path of the 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3458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9354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6150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PATH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817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0779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280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95409" y="5120640"/>
            <a:ext cx="243458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OBSERVED CHANGE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Light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Shine the light on the target.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Place a barrier in the path.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happens to the light spot?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Light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target lights up when the beam reaches it.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barrier blocks the path — and the change disappears.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infer that light transferred energy.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 (light column)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the light path.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Label the source, path, and target.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transfer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Generalize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Every energy transfer has three parts: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SOURCE, energy MOVES, and a TARGET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— Energy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Chapter 4, pp. 17–18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push on a skateboard transfers energy from you to your friend.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kicked ball transfers energy to a second ball.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Reader — Sound &amp;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Chapter 4, p.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Sound: a horn can make you feel a push.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Light: the sun transfers light across space to Earth.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vs transformation —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Getting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— energy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— energy changes form.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(We will sort these later this chapter.)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Examples / non-examples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Check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Which show energy TRANSFER?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bell → paper moves · flashlight → card lights · warm water → spoon warms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Heat phenomenon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Warm water is placed next to a cool cup.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water cools and the cup warms.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Heat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will happen to the temperature of the warm water?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Of the cooler object?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Heat setup +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Warm water (teacher-controlled, not hot) + thermometer + cooler object.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hot plates. NO open flames.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 temperature in °C.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Heat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Record the temperature before and after.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Warm water: start ___ °C → later ___ °C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Cooler object: start ___ °C → later ___ °C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Heat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warmer material cooled.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cooler material warmed.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temperature change is evidence heat transferred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WARMER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TRANSFERS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COOLER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3 (heat column)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Fill in: warmer → energy transfer → cooler.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Add your evidence: the temperature changed.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Electricity phenomenon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battery is connected to a bulb by wires.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bulb lights up — a change far from the battery.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Electricity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will the device do when the circuit is complete?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happens if you break the circuit?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Circuit setup +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Low-voltage battery (AA/AAA/D cell) + wires + bulb/buzzer/motor.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wall outlets. NO coin cells.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Circuit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Trace the path of the electric current.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3458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BATTERY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9354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6150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CIRCUIT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817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0779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DEVICE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280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95409" y="5120640"/>
            <a:ext cx="243458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Electricity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Complete circuit → the device changes (light / sound / motion).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Broken circuit → the change stops.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That change is evidence electric current transferred energy.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3 (electricity column)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Fill in: battery → circuit → device.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Add your evidence: light / sound / motion.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vs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— energy moves from place to place / object to object.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— energy changes form.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≠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MOVES.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= CHANGES FORM.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They are different ideas.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can move AND change form — at the same time.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Flashlight: energy moves to the bulb AND changes to light.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Buzzer: energy moves through wires AND changes to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243458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9354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6150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817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0779" y="5120640"/>
            <a:ext cx="243458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0280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95409" y="5120640"/>
            <a:ext cx="243458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= BOTH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Sort — Transfer / Transformation /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Sort: flashlight · buzzer · motor · warm water warms a spoon · sound source.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BOTH is allowed — do not force either/or.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Cut out the system cards.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Sort them under TRANSFER, TRANSFORMATION, or BOTH.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Flat option: draw a line from each system to its column.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Evidence + 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NOTICE — what did I observe?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EVIDENCE — what changed?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EXPLAIN — why did it change?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CONNECT — how does this show transfer?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“I know ______ because ______.”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Claim + Evidence + Reasoning.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Plan your claim: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“I know energy transferred because ______.”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Name the change you observed.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All four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Sound, light, heat, and electric current all transfer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every one: a SOURCE, energy MOVES, and a TARGET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5280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1752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04360" y="5120640"/>
            <a:ext cx="335280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ENERGY MOVES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84591" y="5312664"/>
            <a:ext cx="26517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7199" y="5120640"/>
            <a:ext cx="335280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TARGET CHANGES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Misconception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“Did the energy disappear?”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— energy transfers or transforms.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It is never gone.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/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Name a source, a change, and the evidence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for ONE form of energy transfer.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