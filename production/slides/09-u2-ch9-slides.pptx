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Energy Resource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9 · Grade 4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What other energy resources are being developed?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Step and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sidewalk tile lights up when someone steps on it.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Energy from everyday motion? How?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biofuel,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Biofuel = fuel from recently living organisms. Hybrid = a vehicle with two fuel 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New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New Ideas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biofuels, electric/hybrid cars, fuel cells (hydrogen), wave energy, motion-harvesting tiles/clothing.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Engineering Better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Engineers make systems more efficient, less wasteful, and safer.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Regenerative braking turns motion energy back into electricity.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Draw / Label: your own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Draw/Label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Design your own energy idea and label the parts.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Ethanol is a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fossil fuel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biofuel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mineral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nuclear fuel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Ethanol is a biofuel from plants.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A hybrid car uses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one fuel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two different sources of fuel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no energy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only sunlight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A hybrid uses two fuel sources.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Regenerative braking turns motion energy into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heat only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electricity stored in a battery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gasoline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steam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It converts motion into electricity stored in a battery.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Why do engineers keep improving energy systems?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to use more fuel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to make them more efficient and less wasteful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to stop testing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to make them cost more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To make systems more efficient, safer, and less wasteful.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Wave energy is really another way to harness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wind energy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coal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uranium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geothermal heat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A. Waves are made by wind; water delivers the 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