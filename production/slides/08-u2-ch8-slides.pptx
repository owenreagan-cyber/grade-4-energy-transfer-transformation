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2" r:id="rId2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9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Intended: ~2-minute compare/contrast clip (Week 8 Tuesday).</a:t>
            </a:r>
          </a:p>
          <a:p>
            <a:r>
              <a:t>Script ready: production/media/scripts/unit-02/07-solar-geothermal-final-script.md</a:t>
            </a:r>
          </a:p>
          <a:p>
            <a:r>
              <a:t>Covers: solar depends on available light; geothermal depends on underground heat.</a:t>
            </a:r>
          </a:p>
          <a:p>
            <a:r>
              <a:t>This slide is a drop-in slot — the deck teaches fully without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Geothermal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8 · Grade 4 · Week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 is geothermal energy, and how do people use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warm cabin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 cabin far from power lines is warmed by heat piped from deep underground.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Where does that heat come from?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geothermal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Geothermal energy = heat transferred from inside Earth.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Two Ways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Two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Heat homes/buildings; or make electricity (steam spins a turbine).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Electricity Pathway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Electricity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pathway.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EARTH'S HEAT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STEAM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TURBINE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GENERATOR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ELECTRICITY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Benefits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Benefits: little pollution, heat always available underground.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Limitations: needs hot rock, costly.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Location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Location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Most steam/hot-water sources are near volcanic areas.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Sunlight &amp; Earth Heat — Solar and Geothermal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Optional video · Week 8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>
                <a:solidFill>
                  <a:srgbClr val="C9D2E8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0000"/>
            <a:ext cx="112772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F3C7E"/>
                </a:solidFill>
                <a:latin typeface="Arial"/>
              </a:rPr>
              <a:t>THINK: What does each energy source depend 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5847" y="1720000"/>
            <a:ext cx="8400000" cy="4725000"/>
          </a:xfrm>
          <a:prstGeom prst="round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10047" y="3396700"/>
            <a:ext cx="1371600" cy="137160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821527" y="3808180"/>
            <a:ext cx="548640" cy="5486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Geothermal energy comes from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the sun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wind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heat inside Earth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moving water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Heat transferred from Earth's interior.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Where does geothermal work best?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everywhere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near hot rock / volcanic areas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only at the poles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only in deserts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Areas where Earth's crust is active.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BENEFIT of geothermal?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little pollution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needs hot rock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costly to build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only in some places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A. Geothermal produces little pollution.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LIMITATION of geothermal?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clean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heat is always underground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needs a special location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renewable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It needs a special (volcanic) 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