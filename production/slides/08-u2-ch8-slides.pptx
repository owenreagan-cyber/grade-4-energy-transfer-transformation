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Default Extension="mp4" ContentType="video/mp4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2" r:id="rId23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Geothermal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8 · Grade 4 · Week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is geothermal energy, and how do people use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The warm cabin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cabin far from power lines is warmed by heat piped from deep underground.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Where does that heat come from?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geothermal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Geothermal energy = heat transferred from inside Earth.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Two Ways to Use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Two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Heat homes/buildings; or make electricity (steam spins a turbine).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EARTH'S HEAT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STEAM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TURBINE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little pollution, heat always available underground.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needs hot rock, costly.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Location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Location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Most steam/hot-water sources are near volcanic areas.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Geothermal energy comes from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 sun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heat inside Earth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moving water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Heat transferred from Earth's interior.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Where does geothermal work best?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everywhere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near hot rock / volcanic areas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only at the poles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only in deserts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Areas where Earth's crust is active.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BENEFIT of geothermal?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little pollution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needs hot rock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costly to build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only in some places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A. Geothermal produces little pollution.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geothermal?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clean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heat is always underground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needs a special location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renewable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It needs a special (volcanic) location.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Sunlight &amp; Earth Heat — Solar and Geothermal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Media placeholder · optional video · pending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00000"/>
            <a:ext cx="105156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1F1F"/>
                </a:solidFill>
                <a:latin typeface="Arial"/>
              </a:rPr>
              <a:t>Intended: ~2-minute compare/contrast clip (Week 8 Tuesday).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Script ready: production/media/scripts/unit-02/07-solar-geothermal-final-script.md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Covers: solar depends on available light; geothermal depends on underground heat.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This slide is a drop-in slot — the deck teaches fully without the video.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