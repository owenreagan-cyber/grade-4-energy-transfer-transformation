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Energy Transformations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D5DEEA"/>
                </a:solidFill>
                <a:latin typeface="Arial"/>
              </a:rPr>
              <a:t>Chapter 6 · Grade 4 · Week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INPUT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33087" y="4782312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457200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CHANGE IN FORM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790688" y="4782312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19" y="457200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OUTPUT / CHANGE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011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69848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How do energy transformations help people?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  <a:latin typeface="Arial"/>
              </a:rPr>
              <a:t>Big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555555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Wind it up…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Opening phenomenon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Wind the toy. Let it go. It zips across the table.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The energy did not appear. It was STORED — then it CHANGED 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Energy can CHANGE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Define 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TRANSFORMATION = energy changes from one form to another.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stored energy → energy of motion (wind-up toy)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electrical energy → light (flashlight)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ONE FORM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ANOTHER 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Review: energy can MOVE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Define transfer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TRANSFER = energy moves from one object or place to another.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Warm water warms a cool spoon: heat moves.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HEAT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MOVES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TO THE SPOON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Two ways energy changes things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Transfer vs 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TRANSFER = energy MOVES.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TRANSFORMATION = energy CHANGES FORM.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Many systems do BOTH.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TRANSFER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TRANSFORMATION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BOTH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A flashlight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INPUT → TRANSFORMATION →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INPUT: stored energy (battery)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TRANSFORMATION: stored → electrical → light (+ a little heat)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OUTPUT: light we see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INPUT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CHANGE IN FORM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OUTPUT / CHANGE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Notebook — Insert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Transfer vs 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Write the two definitions and one example each.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Circle whether your example is TRANSFER, TRANSFORMATION, or BOTH.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Energy System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Everyday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For each device ask: 1) What energy is at the beginning?  2) What changes?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3) What observable output occurs?  4) Transfer?  5) Transformation?  6) BOTH?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Buzzer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System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INPUT: electrical energy → TRANSFORMATION: electrical → sound → OUTPUT: we hear a buzz.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Transfer? yes (energy moves to the buzzer). Transformation? yes (→ sound). BOTH.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ELECTRICAL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 SOUND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BUZZ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Motor / fan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System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INPUT: electrical energy → TRANSFORMATION: electrical → energy of motion → OUTPUT: the fan spins.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Transfer AND transformation — BOTH.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ELECTRICAL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 MOTION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FAN SPINS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Wind-up toy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System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INPUT: stored energy → TRANSFORMATION: stored → energy of motion → OUTPUT: the toy moves.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BOTH (energy moves through the toy AND changes form).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STORED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 MOTION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TOY MOVES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Notebook — Insert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Energy System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Draw ONE device. Label INPUT → TRANSFORMATION → OUTPUT / CHANGE.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Write your own chain.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INPUT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CHANGE IN FORM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OUTPUT / CHANGE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Transfer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Warm water → cooler spoon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Heat MOVES from the warm water to the cooler spoon.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The form (heat) stays the same. TRANSFER.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HEAT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MOVES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SAME FORM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Transformation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Battery → light (simple 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Stored energy CHANGES FORM to light.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If we look only at the form change: TRANSFORMATION.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STORED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 LIGHT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FORM CHANGED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BOTH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Falling dominoes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Motion TRANSFERS down the line (domino to domino).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AND some motion TRANSFORMS to sound (the click).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TRANSFER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TRANSFORMATION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BOTH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BOTH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Toy-car collision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Motion TRANSFERS to the cup (the cup moves).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AND some motion TRANSFORMS to sound (we hear it).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TRANSFER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TRANSFORMATION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BOTH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Sort it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Transfer / Transformation / BOTH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Classify each card: warm spoon · flashlight · dominoes · buzzer · motor · toy-car collision.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State the system boundary first. Don't force either/or.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Notebook — Insert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Device Detective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Analyze ONE device: what goes in? what changes? what comes out?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Circle TRANSFER / TRANSFORMATION / BOTH and give your evidence.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Reader p.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The toaster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Problem: heat bread to just the right temperature.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Solution: electrical energy → heat + motion + sound. DING!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ELECTRICAL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 HEAT + MOTION + SOUND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TOAST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Reader p.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Generators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Faraday (1831): moving magnets past copper wire → electrical energy.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Generators convert motion → electricity (dams, wind turbines).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MOTION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 ELECTRICAL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POWER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Reader p.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Batteries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Batteries store energy (chemicals with stored energy).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Stored energy → electrical energy → sound, light, motion (cell phone).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STORED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 ELECTRICAL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SOUND / LIGHT / MOTION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Reader p.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Solar cells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Solar cells transform sunlight → electrical energy.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Stored in batteries to power devices at night.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LIGHT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 ELECTRICAL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POWER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Reader p.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Engineering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 process to develop a solution to a problem.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Identify the problem, then judge solutions by practicality (cost, weight).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PROBLEM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SOLUTION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Core 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convert = to change form · conversion = the process of changing form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energy transformation = one form of energy changes to another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engineering design = a process to develop a solution to a problem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Design-thinking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A signal without wall electricity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 classroom needs a signal without using wall electricity.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What energy change could help? (brainstorm only — no building yet)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Check — Lesson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AP 12.1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Answer the 6 questions: Big Question, stove, blender, wind-up timer, two transformations, electrical → light.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Use your Core Vocabulary cards.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Week 7 exit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One sentence: How can changing energy from one form to another solve a problem?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Engineering Performance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D5DEEA"/>
                </a:solidFill>
                <a:latin typeface="Arial"/>
              </a:rPr>
              <a:t>Chapter 6 · Grade 4 · Week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24688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8688" y="4782312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4572000"/>
            <a:ext cx="24688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BUILD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61888" y="4782312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19" y="4572000"/>
            <a:ext cx="24688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05087" y="4782312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19" y="4572000"/>
            <a:ext cx="24688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REFINE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011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69848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How can I design a device that transforms energy to solve a problem?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  <a:latin typeface="Arial"/>
              </a:rPr>
              <a:t>Big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555555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Your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Design a NON-ELECTRICAL tabletop device that makes a clear signal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when a model door/gate/trigger moves.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Your device must show at least one energy transformation.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PROBLEM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DEVICE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What a good device must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respond to the trigger · make an observable signal (sound / motion / visible)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show one energy transformation · work repeatedly · let you explain the pathway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use supplied materials · stay in the tabletop test area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The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only provided materials · no wall electricity · no flame · no hot plate · no launching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limited build time · limited material quantity · tabletop footprint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Low-cost, reusable-heavy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cardboard tubes · paper cups · craft sticks · rubber bands · string · paper clips · washers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bells / metal cup · index cards / paper · tape · glue · blocks · foil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Notebook — Insert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Engineering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Record: the problem, the criteria, the constraints, and a labeled blueprint.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The cycle: DESIGN → BUILD → TEST → REFINE.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24688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18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5120640"/>
            <a:ext cx="24688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BUILD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618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19" y="5120640"/>
            <a:ext cx="24688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705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19" y="5120640"/>
            <a:ext cx="24688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REFINE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Day 1 — design (AP 13.1)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Include: materials · labels · trigger · output · energy-transformation explanation.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NO building until the blueprint check is complete.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Build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Day 2 — build + Test 1 (AP 13.2)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Build your device. Test it 3 times.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Record: did it trigger? what output? clear/reliable? what failed? what evidence?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Notebook — Insert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Test → Change → Retest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Test 1 result → what we changed → Test 2 result.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Lift the flap to check your reasoning.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Failure is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Engineering mindset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 failed test is NOT a bad engineer. It is a CLUE.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Initial failure is not graded negatively.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Day 3 — change ONE 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Choose ONE change based on your Test 1 evidence.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Record: WHAT WE CHANGED · WHY · PREDICTION.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ONE CHANGE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Test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Day 3 — retest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Test again under the SAME conditions.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Compare Test 1 vs Test 2. Did the change help? What is the evidence?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Final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Day 4 — claim · evidence ·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CLAIM: what my device does.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EVIDENCE: what I observed.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REASONING: why the evidence supports my claim.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Use “supports” — NOT “proves.”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Present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Day 4 — AP 13.3 + AP 13.4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Share: problem · criteria · constraints · blueprint · Test 1 · redesign · Test 2 · energy pathway.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Peers score with the Presentation Scoring Guide.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24688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PROBLEM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18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5120640"/>
            <a:ext cx="24688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618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19" y="5120640"/>
            <a:ext cx="24688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05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19" y="5120640"/>
            <a:ext cx="24688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EXPLAIN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Reflect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Week 8 exit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What is ONE thing you would change next time, and why?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What did you learn about energy transformation and engineering design?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