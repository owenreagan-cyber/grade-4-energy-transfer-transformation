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78" r:id="rId29"/>
    <p:sldId id="262" r:id="rId13"/>
    <p:sldId id="279" r:id="rId30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80" r:id="rId31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8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7.xml"/><Relationship Id="rId30" Type="http://schemas.openxmlformats.org/officeDocument/2006/relationships/slide" Target="slides/slide9.xml"/><Relationship Id="rId31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Energy Causes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</a:rPr>
              <a:t>Chapter 1  ·  Grade 4  ·  Week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68880" y="3840480"/>
            <a:ext cx="2194560" cy="9144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709160" y="4023360"/>
            <a:ext cx="73152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0" y="3840480"/>
            <a:ext cx="2194560" cy="9144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726679" y="4023360"/>
            <a:ext cx="731520" cy="54864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0" y="3840480"/>
            <a:ext cx="2194560" cy="9144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changed?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846320" cy="2377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1F3A5F"/>
                </a:solidFill>
                <a:latin typeface="Arial"/>
              </a:rPr>
              <a:t>DARK
room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5216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011680"/>
            <a:ext cx="4846320" cy="23774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4000" b="1">
                <a:solidFill>
                  <a:srgbClr val="FFFFFF"/>
                </a:solidFill>
                <a:latin typeface="Arial"/>
              </a:rPr>
              <a:t>BRIGHT
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Something became different. That is a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I notice…  I wonder…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notice…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011680"/>
            <a:ext cx="493776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/>
            <a:r>
              <a:rPr sz="3200" b="1">
                <a:solidFill>
                  <a:srgbClr val="1F3A5F"/>
                </a:solidFill>
                <a:latin typeface="Arial"/>
              </a:rPr>
              <a:t>I wonder…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Big Question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10698480" cy="18288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Arial"/>
              </a:rPr>
              <a:t>Where can we observe evidence of energy causing change?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counts as a change?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still → moving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3484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dark →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2103120"/>
            <a:ext cx="338328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quiet → 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A change is something becoming different.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is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2377440"/>
            <a:ext cx="9418320" cy="173736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Energy is the ability to cause change.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Say it together.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Notes —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Energy is the ability to cause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flashlight turning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rolling ball moving a cup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577840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ringing bell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Change is evidence of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46888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589520" y="283464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0" y="2468880"/>
            <a:ext cx="274320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When you see a change, that change is evidence that energy was there.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Notes — Energy Model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ENERGY  →  CHANGE  → 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the chain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draw a before/after 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add arrows to show the change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What changes does the pencil sharpener cause?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03120"/>
            <a:ext cx="4754880" cy="22860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BEFORE
dull pencil · silent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8064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766560" y="2103120"/>
            <a:ext cx="4754880" cy="22860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FFFFFF"/>
                </a:solidFill>
                <a:latin typeface="Arial"/>
              </a:rPr>
              <a:t>AFTER
sharp tip · humming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7760"/>
            <a:ext cx="10332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05014"/>
                </a:solidFill>
                <a:latin typeface="Arial"/>
              </a:rPr>
              <a:t>Predict first — then watch!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Energy Detectives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170432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55555"/>
                </a:solidFill>
                <a:latin typeface="Arial"/>
              </a:rPr>
              <a:t>Lab directions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03120"/>
            <a:ext cx="10515600" cy="32918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3774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1.  Find 3 classroom examples of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2918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2.  For each, record: what changed, the evidence, and the energy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4206240"/>
            <a:ext cx="96926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1F3A5F"/>
                </a:solidFill>
                <a:latin typeface="Arial"/>
              </a:rPr>
              <a:t>3.  Write one question you still have.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5778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555555"/>
                </a:solidFill>
                <a:latin typeface="Arial"/>
              </a:rPr>
              <a:t>Observation only — describe what you see.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Energy has different forms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79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84080" y="2651760"/>
            <a:ext cx="2103120" cy="155448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electrical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rolling ball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moved the block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Moving objects have energy of motion.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ringing bell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sound reaches your 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Sound is a form of energy. Clap — what do you hear?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light bulb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bright wall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Light is a form of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Heat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warm cup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melting / warming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Heat is a form of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Electrical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power cord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lights the carousel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Electrical energy powers many devices.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Which form of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toy car starts to roll.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201168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motion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10896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bell rings.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10896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sound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4206240"/>
            <a:ext cx="6949440" cy="868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1F3A5F"/>
                </a:solidFill>
                <a:latin typeface="Arial"/>
              </a:rPr>
              <a:t>The bulb glows.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108960" cy="868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Arial"/>
              </a:rPr>
              <a:t>light (electrical)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Does a battery have energy if it is sitting still?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2286000"/>
            <a:ext cx="7589520" cy="14630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F3A5F"/>
                </a:solidFill>
                <a:latin typeface="Arial"/>
              </a:rPr>
              <a:t>PREDICT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4023360"/>
            <a:ext cx="7589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555555"/>
                </a:solidFill>
                <a:latin typeface="Arial"/>
              </a:rPr>
              <a:t>A battery sitting still shows no change — yet.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Stored energy — reveal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battery
(stored)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834640"/>
            <a:ext cx="91440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663440" y="2286000"/>
            <a:ext cx="2743200" cy="137160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flashlight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98079" y="2834640"/>
            <a:ext cx="91440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503920" y="228600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light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The light is our evidence. The battery had stored energy.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An object held up has stored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194560"/>
            <a:ext cx="4114800" cy="20116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800" b="1">
                <a:solidFill>
                  <a:srgbClr val="1F3A5F"/>
                </a:solidFill>
                <a:latin typeface="Arial"/>
              </a:rPr>
              <a:t>raised book / apple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120640" y="2834640"/>
            <a:ext cx="82296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35040" y="2194560"/>
            <a:ext cx="4114800" cy="201168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falls when released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4632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It has stored energy because of its position.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0058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Notes — Stored Energy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92640" y="256032"/>
            <a:ext cx="2103120" cy="54864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NOTES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1737360"/>
            <a:ext cx="9966960" cy="123444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5014"/>
                </a:solidFill>
                <a:latin typeface="Arial"/>
              </a:rPr>
              <a:t>WRITE: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24028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F3A5F"/>
                </a:solidFill>
                <a:latin typeface="Arial"/>
              </a:rPr>
              <a:t>Stored energy can cause a change 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01752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555555"/>
                </a:solidFill>
                <a:latin typeface="Arial"/>
              </a:rPr>
              <a:t>REVEAL → LATER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206240"/>
            <a:ext cx="9966960" cy="18288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97679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DRAWING IDEAS (draw YOUR example):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75487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battery in a flashlight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66359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stretched rubber 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577840"/>
            <a:ext cx="9418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Arial"/>
              </a:rPr>
              <a:t>•  a raised object (apple/book)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Which shows stored energy?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5029200" cy="265176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Arial"/>
              </a:rPr>
              <a:t>STORED ENERGY
battery · stretched band · raised book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103120"/>
            <a:ext cx="5029200" cy="2651760"/>
          </a:xfrm>
          <a:prstGeom prst="round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NOT stored
book lying flat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>
                <a:solidFill>
                  <a:srgbClr val="1F3A5F"/>
                </a:solidFill>
                <a:latin typeface="Arial"/>
              </a:rPr>
              <a:t>Stored energy = can cause a change later.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Bring it together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2743200" cy="1371600"/>
          </a:xfrm>
          <a:prstGeom prst="roundRect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ENERGY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657600" y="274320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754880" y="2377440"/>
            <a:ext cx="2743200" cy="1371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CHANGE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589520" y="2743200"/>
            <a:ext cx="1005840" cy="640080"/>
          </a:xfrm>
          <a:prstGeom prst="rightArrow">
            <a:avLst/>
          </a:prstGeom>
          <a:solidFill>
            <a:srgbClr val="C050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0" y="2377440"/>
            <a:ext cx="2743200" cy="1371600"/>
          </a:xfrm>
          <a:prstGeom prst="roundRect">
            <a:avLst/>
          </a:prstGeom>
          <a:solidFill>
            <a:srgbClr val="2E6B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1F3A5F"/>
                </a:solidFill>
                <a:latin typeface="Arial"/>
              </a:rPr>
              <a:t>Energy causes a change. The change is our evidence.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051560"/>
          </a:xfrm>
          <a:prstGeom prst="round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46304"/>
            <a:ext cx="11247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Exit ticket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2377440"/>
            <a:ext cx="9966960" cy="18288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1F3A5F"/>
                </a:solidFill>
                <a:latin typeface="Arial"/>
              </a:rPr>
              <a:t>Name one change you saw this week, and the energy that caused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5555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