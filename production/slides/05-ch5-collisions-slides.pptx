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Collisions Transfer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Chapter 5 · Grade 4 · Week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COLLISION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868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457200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 CAN CHANGE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19" y="457200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CAN TRANSFER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05087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19" y="457200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DOES NOT DISAPPEAR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How is energy involved in collisions?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Clap. Stomp. Tap.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Clap your hands. Stomp your foot. Tap a pencil.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Every time, something changed.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I notice… I wonder…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notice: a sound, a feeling, maybe a shape changed.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 wonder: how is energy involved?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What is a collision?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collision happens when two objects come together with impact.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collide = to come together with impact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collision = an instance of colliding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TWO OBJECTS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COME TOGETHER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WITH IMPACT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collision vocab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Fill in the blanks: collide, collision, sound.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one collision and label what 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Changes in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Reader pp. 25–26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bowling ball hits the pins.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Some energy of motion transfers to the pins.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pins move — the ball keeps less.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BALL MOVES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PINS MOVE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Changes in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Reader p.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Clay flattens on a wall. An egg cracks.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collision can change an object's shape.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Changes we hear —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Reader p.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Collisions often make a sound.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Some energy of motion becomes sound energy.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sound = a form of energy from a vibrating object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Speed affects collisions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Reader p.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SAME object moving faster has greater energy of motion.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Faster → transfers more energy → greater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FASTER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Weight affects collisions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Reader p.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At about the SAME speed, the heavier object has more energy of motion.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Heavier → greater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SPEED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HEAVIER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Check — Lesson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AP 10.1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Look at the picture (foot + ball).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objects collide?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energy is there before? After?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Fair test — change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Investigating collisions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Part A: change ONLY ramp height (same car, same target, same surface).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Part B: change ONLY mass/weight (same ramp, same target, same surface).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We measure how far the TARGET moves.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ONE THING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KEEP THE REST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MEASURE THE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model + fair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Copy the model: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COLLISION → MOTION CAN CHANGE → ENERGY CAN TRANSFER → ENERGY DOES NOT DISAPPEAR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COLLISION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 CAN 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18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19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CAN TRANSFER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5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19" y="512064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DOES NOT DISAPPEAR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Crash Lab Part A —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car, three ramp heights.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Which height will move the target farthest?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Why?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A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Fair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car, SAME target, SAME surface.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Change ONLY ramp height: 1 / 2 / 3 books.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Higher ramp → faster car (inferred).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CAR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VARY RAMP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MEASURE TARGET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A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Test +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Roll the car from each ramp height.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Measure target displacement (cm).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3 trials each. Listen for the sound (loud/quiet).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A compare +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Highest ramp → target moved farthest.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Faster car → more energy of motion → greater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HIGHER RAMP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FASTER CAR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MORE CHANGE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Crash Lab Part B — MASS /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ramp, three masses.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Which mass will move the target farthest?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B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Fair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ramp height, SAME target, SAME surface.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Change ONLY mass: 1 / 2 / 3 cars taped.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Cars roll at about the same speed.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RAMP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VARY MASS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MEASURE TARGET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B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Test +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Roll each mass down the SAME ramp height.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Measure target displacement (cm).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3 trials each. Listen for the sound (loud/quiet).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Part B compare +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Heaviest car → target moved farthest.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speed, heavier car → more energy of motion.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SPEED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HEAVIER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MORE CHANGE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Part A + B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Write your evidence: the target moved farthest when ____.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Circle the ONE thing you changed in each part.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Energy does NOT disappear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car hits a cup. The cup moves. We hear a sound.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moved to the cup + became sound (+ a tiny bit of heat).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did NOT disappear.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COLLISION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 CAN CHANGE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18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19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CAN TRANSFER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5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19" y="512064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ENERGY DOES NOT DISAPPEAR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Notebook — lift the flap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Insert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Q: Did the energy disappear?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Lift the flap → A: No — it transferred.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“Did the energy vanish when the car stopped?”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— it transferred to the target and became sound.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Predictable collisions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PREDICT → TEST → OBSERVE → COMPARE → EXPLAIN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Same setup → same kind of outcome.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92024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7004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6460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4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OBSERVE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0" y="5120640"/>
            <a:ext cx="1920240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5372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09760" y="5120640"/>
            <a:ext cx="1920240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 /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Chapter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Name ONE change a collision causes and where the energy went.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