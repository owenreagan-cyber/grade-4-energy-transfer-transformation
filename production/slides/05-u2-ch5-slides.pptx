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Wind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5 · Grade 4 · Week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How do people use wind as a source of energy?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The island 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An island shuts off its diesel generator as wind turbines take over for the afternoon.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Where does the energy come from when the wind blows?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wind farm, turbine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turbine has blades that spin when wind pushes them; many together make a wind farm.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pathway; then DRAW a labeled turbine.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MOVING AIR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BLADES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renewable, no fuel burned.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needs wind, not always blowing.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Location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Location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Wind works best where it blows steadily and strongly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Wind turns the blades, which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cool the air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spin a generator to make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store water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burn fuel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Blades spin a generator that makes electricity.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Wind is called renewable because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it is always windy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wind keeps coming back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turbines last forever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wind is cheap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Wind is restored naturally and continuously.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Wind power depends on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coal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location and weather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uranium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dams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Wind power needs a steady, strong enough wind.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wind?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no fuel burned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not always blowing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makes electricity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Wind is not always blowing.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