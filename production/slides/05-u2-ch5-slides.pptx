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1" r:id="rId2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SUPPORT</a:t>
            </a:r>
          </a:p>
          <a:p>
            <a:r>
              <a:t>PLAY: Week 7 Monday — after “Electricity Pathway”, before “Benefits and Limitations”.</a:t>
            </a:r>
          </a:p>
          <a:p>
            <a:r>
              <a:t>PURPOSE: Show moving air spinning turbine blades to make electricity — the wind-energy pathway.</a:t>
            </a:r>
          </a:p>
          <a:p>
            <a:r>
              <a:t>SKIP IF: Skip if time is tight; the deck and reader cover the wind pathway.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oster1.jpg"/><Relationship Id="rId3" Type="http://schemas.openxmlformats.org/officeDocument/2006/relationships/video" Target="../media/video1.mp4"/><Relationship Id="rId4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Wind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5 · Grade 4 · Week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How do people use wind as a source of energy?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island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An island shuts off its diesel generator as wind turbines take over for the afternoon.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Where does the energy come from when the wind blows?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wind farm, turbine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turbine has blades that spin when wind pushes them; many together make a wind farm.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Electricity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Electricity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pathway; then DRAW a labeled turbine.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MOVING AIR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BLADES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GENERATOR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ELECTRICITY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WATCH — Wind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Optional video · 1:35 · Week 7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pic>
        <p:nvPicPr>
          <p:cNvPr id="8" name="Video 1">
            <a:extLst>
              <a:ext uri="{DAA4B4D4-6D71-4841-9C94-3DE7FCFB9230}">
                <p14:media xmlns:p14="http://schemas.microsoft.com/office/powerpoint/2010/main" r:embed="rId3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895847" y="1720000"/>
            <a:ext cx="8400000" cy="472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00000"/>
            <a:ext cx="11277295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F3C7E"/>
                </a:solidFill>
                <a:latin typeface="Arial"/>
              </a:rPr>
              <a:t>THINK: What makes the turbine blades spin?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Benefits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Benefits: renewable, no fuel burned.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Limitations: needs wind, not always blowing.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Location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Location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Wind works best where it blows steadily and strongly enough.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Wind turns the blades, which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cool the air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spin a generator to make electricity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store water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burn fuel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Blades spin a generator that makes electricity.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Wind is called renewable because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it is always windy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wind keeps coming back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turbines last forever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wind is cheap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Wind is restored naturally and continuously.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Wind power depends on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coal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location and weather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uranium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dams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Wind power needs a steady, strong enough wind.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LIMITATION of wind?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no fuel burned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not always blowing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makes electricity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Wind is not always blowing.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