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Hydroelectric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6 · Grade 4 · Week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How do people use moving water as a source of energy?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dam's secret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dam releases water that spins turbines.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The reservoir is a stored source of energy. What does 'stored' mean here?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hydroelectric, reservoir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Hydroelectric power = electricity from moving water (usually through a dam).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reservoir holds water behind the dam.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WATER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DAM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TURBINE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GENERATOR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renewable, predictable (water stored).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floods land, can block fish.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Caring for 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Caring for 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Fish ladders help salmon move past a dam.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Then DRAW a labeled dam.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What holds water for a hydroelectric dam?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a wind farm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a reservoir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a solar panel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a mine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The reservoir holds water behind the dam.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Moving water spins a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generator directly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turbine connected to a generator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solar cell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boiler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Water spins a turbine that turns a generator.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Hydroelectric is more predictable than wind because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water can be stored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water never stops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dams are cheap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rivers are everywhere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A. Water can be stored behind a dam.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dams?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they flood land and can block fish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no fuel burned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make electricity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Dams flood land and can block fish like salmon.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