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4" r:id="rId25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7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 REFERENCE (COMPARE)</a:t>
            </a:r>
          </a:p>
          <a:p>
            <a:r>
              <a:t>What stays the same? What changes?</a:t>
            </a:r>
          </a:p>
          <a:p/>
          <a:p>
            <a:r>
              <a:t>U2 Ch3–6 turbine → generator pathways reference.</a:t>
            </a:r>
          </a:p>
          <a:p>
            <a:r>
              <a:t>Approved rebuilt visual — production/infographics/unit2-turbine-generator-pathways.png. Locked Grade 4 vocabulary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oster1.jpg"/><Relationship Id="rId3" Type="http://schemas.openxmlformats.org/officeDocument/2006/relationships/video" Target="../media/video1.mp4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12191695" cy="73152"/>
          </a:xfrm>
          <a:prstGeom prst="rect">
            <a:avLst/>
          </a:prstGeom>
          <a:solidFill>
            <a:srgbClr val="E8C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Using Fossil Fuels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C9D2E8"/>
                </a:solidFill>
                <a:latin typeface="Arial"/>
              </a:rPr>
              <a:t>Chapter 3 · Grade 4 · Week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C9D2E8"/>
                </a:solidFill>
                <a:latin typeface="Arial"/>
              </a:rPr>
              <a:t>Unit 2 · Using Natural Resources for Energy · Grade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95B66"/>
                </a:solidFill>
                <a:latin typeface="Arial"/>
              </a:rPr>
              <a:t>Big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What are some costs and benefits of using fossil fuels?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595B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C0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A car engine runs on gasoline — you see moving parts and feel heat.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Then a refinery photo: what happens to the fuel before it reaches the car?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Key Words: extract, refine, combustion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Key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Extract = take from the ground · refine = change into useful products · combustion = burning.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From Ground to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From Ground to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Number the four steps in order (1–4).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120640"/>
            <a:ext cx="10515600" cy="86868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2600" b="1">
                <a:solidFill>
                  <a:srgbClr val="E8C54A"/>
                </a:solidFill>
                <a:latin typeface="Arial"/>
              </a:rPr>
              <a:t>EXTRACT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TRANSPORT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REFINE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BURN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Electricity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2 · Electricity Pathway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Copy the pathway; then DRAW the pathway box.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120640"/>
            <a:ext cx="10515600" cy="868680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2600" b="1">
                <a:solidFill>
                  <a:srgbClr val="E8C54A"/>
                </a:solidFill>
                <a:latin typeface="Arial"/>
              </a:rPr>
              <a:t>BURN FUEL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STEAM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TURBINE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GENERATOR</a:t>
            </a:r>
            <a:r>
              <a:rPr sz="2600" b="1">
                <a:solidFill>
                  <a:srgbClr val="C03D3D"/>
                </a:solidFill>
                <a:latin typeface="Arial"/>
              </a:rPr>
              <a:t> → </a:t>
            </a:r>
            <a:r>
              <a:rPr sz="2600" b="1">
                <a:solidFill>
                  <a:srgbClr val="FFFFFF"/>
                </a:solidFill>
                <a:latin typeface="Arial"/>
              </a:rPr>
              <a:t>ELECTRICITY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WATCH — Turbine &amp; Generator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Optional video · 3:41 · Week 6 Tuesday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WATCH</a:t>
            </a:r>
          </a:p>
        </p:txBody>
      </p:sp>
      <p:pic>
        <p:nvPicPr>
          <p:cNvPr id="8" name="Video 1">
            <a:extLst>
              <a:ext uri="{DAA4B4D4-6D71-4841-9C94-3DE7FCFB9230}">
                <p14:media xmlns:p14="http://schemas.microsoft.com/office/powerpoint/2010/main" r:embed="rId3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1895847" y="1720000"/>
            <a:ext cx="8400000" cy="4725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500000"/>
            <a:ext cx="11277295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2F3C7E"/>
                </a:solidFill>
                <a:latin typeface="Arial"/>
              </a:rPr>
              <a:t>THINK: What stays the same in every power plant?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Benefits and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3 · Benefits and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Benefits: heat, engines, electricity, products.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Limitations: mining danger, spills, air pollution.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Careful Use &amp; Stewardship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3 · Careful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Extraction and use can affect land, water, and air.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Oil spills harm wildlife; burning releases substances into the air.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What is the FIRST step in using petroleum?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refine it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extract it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burn it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transport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Extract (take it from the ground) first.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Burning fuel heats water into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ice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steam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oil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coal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Steam spins the turbine.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In a power plant, the generator makes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steam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heat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electricity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fuel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The generator makes electricity.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is a BENEFIT of fossil fuels?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oil spills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mining danger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heating homes and cooking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air pollution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Heating and cooking are benefits.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is a LIMITATION of fossil fuels?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they power engines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they can cause pollution and spills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they make electricity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they heat homes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Pollution and spills are limitations.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nit2-turbine-generator-pathw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82880"/>
            <a:ext cx="10972800" cy="612435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09447" y="6419088"/>
            <a:ext cx="10972800" cy="38404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D9A441"/>
                </a:solidFill>
                <a:latin typeface="Arial"/>
              </a:rPr>
              <a:t>COMPARE   ·   </a:t>
            </a:r>
            <a:r>
              <a:rPr sz="1500" b="1">
                <a:solidFill>
                  <a:srgbClr val="FFFFFF"/>
                </a:solidFill>
                <a:latin typeface="Arial"/>
              </a:rPr>
              <a:t>What stays the same? What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