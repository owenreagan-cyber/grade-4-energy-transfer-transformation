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Default Extension="mp4" ContentType="video/mp4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4" r:id="rId2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1.jpg"/><Relationship Id="rId3" Type="http://schemas.openxmlformats.org/officeDocument/2006/relationships/video" Target="../media/video1.mp4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Using Fossil Fuels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3 · Grade 4 · 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are some costs and benefits of using fossil fuels?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car engine runs on gasoline — you see moving parts and feel heat.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Then a refinery photo: what happens to the fuel before it reaches the car?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extract, refine, combustion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Extract = take from the ground · refine = change into useful products · combustion = burning.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From Ground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From Ground to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Number the four steps in order (1–4).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EXTRACT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TRANSPORT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REFINE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pathway; then DRAW the pathway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BURN FUEL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STEAM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TURBINE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heat, engines, electricity, products.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mining danger, spills, air pollution.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Careful Use &amp; Stewardship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Careful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Extraction and use can affect land, water, and air.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Oil spills harm wildlife; burning releases substances into the 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What is the FIRST step in using petroleum?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refine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extract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burn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transport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Extract (take it from the ground)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Burning fuel heats water into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ice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oil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Steam spins the turbine.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In a power plant, the generator makes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fuel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The generator makes electricity.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BENEFIT of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oil spills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mining danger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heating homes and cooking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air pollution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Heating and cooking are benefits.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they power engines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they can cause pollution and spills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they make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they heat homes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Pollution and spills are limitations.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WATCH — Turbine &amp; Generator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Optional video · 3:41 · Week 6 Tuesday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pic>
        <p:nvPicPr>
          <p:cNvPr id="8" name="Video 1">
            <a:extLst>
              <a:ext uri="{DAA4B4D4-6D71-4841-9C94-3DE7FCFB9230}">
                <p14:media xmlns:p14="http://schemas.microsoft.com/office/powerpoint/2010/main" r:embed="rId3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895847" y="1720000"/>
            <a:ext cx="8400000" cy="472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2F3C7E"/>
                </a:solidFill>
                <a:latin typeface="Arial"/>
              </a:rPr>
              <a:t>THINK: What stays the same in every power plant?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