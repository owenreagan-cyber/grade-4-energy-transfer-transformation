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Types of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2 · Grade 4 · 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are fossil fuels?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A long train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train engine runs on diesel, is lubricated with oil, and the engineer eats with a plastic fork.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What do these three things have in common?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coal, petroleum, natural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(solid) · petroleum/crude oil (liquid) · natural gas (gas).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Three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Three Fossil Fuels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All three form from the remains of organisms that lived long ago.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How They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How They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Buried remains + heat + pressure over millions of years.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from swamp plants · petroleum from marine organisms · gas rises and gets trapped.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Check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Check Your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How are coal and petroleum alike? How are they different?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fossil fuel is a liquid?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coal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petroleum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peat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Petroleum (crude oil) is a liquid.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Coal forms mainly from the remains of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marine organisms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swamp plants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dinosaurs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minerals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Coal forms from plants that became peat, then coal.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Natural gas rises through Earth's crust because it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less dense than rock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heavier than oil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solid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A. Natural gas is less dense and gets trapped under rock.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fossil fuel?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flowing water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Natural gas is a fossil fuel.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Why are they called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they are old rocks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they form from the remains of organisms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they are found in fossils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they are very hard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They form from fossilized remains of organisms.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