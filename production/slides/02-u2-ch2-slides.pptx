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3" r:id="rId24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7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ROLE: SUPPORT</a:t>
            </a:r>
          </a:p>
          <a:p>
            <a:r>
              <a:t>PLAY: Week 5 Wednesday — after “How They Form”, before “Check Your Thinking”.</a:t>
            </a:r>
          </a:p>
          <a:p>
            <a:r>
              <a:t>PURPOSE: Reinforce that coal, oil, and natural gas all form from buried organisms under heat and pressure over a very long time.</a:t>
            </a:r>
          </a:p>
          <a:p>
            <a:r>
              <a:t>SKIP IF: Time is tight — the reader and guided notes already cover 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poster1.jpg"/><Relationship Id="rId3" Type="http://schemas.openxmlformats.org/officeDocument/2006/relationships/video" Target="../media/video1.mp4"/><Relationship Id="rId4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92040"/>
            <a:ext cx="12191695" cy="73152"/>
          </a:xfrm>
          <a:prstGeom prst="rect">
            <a:avLst/>
          </a:prstGeom>
          <a:solidFill>
            <a:srgbClr val="E8C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Types of Fossil Fuels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 i="0">
                <a:solidFill>
                  <a:srgbClr val="C9D2E8"/>
                </a:solidFill>
                <a:latin typeface="Arial"/>
              </a:rPr>
              <a:t>Chapter 2 · Grade 4 · Week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C9D2E8"/>
                </a:solidFill>
                <a:latin typeface="Arial"/>
              </a:rPr>
              <a:t>Unit 2 · Using Natural Resources for Energy · Grade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22860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 i="0">
                <a:solidFill>
                  <a:srgbClr val="595B66"/>
                </a:solidFill>
                <a:latin typeface="Arial"/>
              </a:rPr>
              <a:t>Big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What are fossil fuels?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595B6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A long train trip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Opening phenomenon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C0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THINK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A train engine runs on diesel, is lubricated with oil, and the engineer eats with a plastic fork.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What do these three things have in common?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Key Words: coal, petroleum, natural gas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Key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Coal (solid) · petroleum/crude oil (liquid) · natural gas (gas).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Three Fossil Fuels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Three Fossil Fuels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All three form from the remains of organisms that lived long ago.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How They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How They 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1790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C03D3D"/>
                </a:solidFill>
                <a:latin typeface="Arial"/>
              </a:rPr>
              <a:t>Reveal after students try.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Buried remains + heat + pressure over millions of years.</a:t>
            </a:r>
          </a:p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Coal from swamp plants · petroleum from marine organisms · gas rises and gets trapped.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WATCH — Fossil Fuel 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2E8"/>
                </a:solidFill>
                <a:latin typeface="Arial"/>
              </a:rPr>
              <a:t>Optional video · 3:39 · Week 5 Wednesday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>
                <a:solidFill>
                  <a:srgbClr val="C9D2E8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WATCH</a:t>
            </a:r>
          </a:p>
        </p:txBody>
      </p:sp>
      <p:pic>
        <p:nvPicPr>
          <p:cNvPr id="8" name="Video 1">
            <a:extLst>
              <a:ext uri="{DAA4B4D4-6D71-4841-9C94-3DE7FCFB9230}">
                <p14:media xmlns:p14="http://schemas.microsoft.com/office/powerpoint/2010/main" r:embed="rId3"/>
              </a:ext>
            </a:extLst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1895847" y="1720000"/>
            <a:ext cx="8400000" cy="4725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500000"/>
            <a:ext cx="11277295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2F3C7E"/>
                </a:solidFill>
                <a:latin typeface="Arial"/>
              </a:rPr>
              <a:t>THINK: What do all three fossil fuels have in common?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Check Your Thinking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04241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Page 1 · Check Your Thinking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31089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0" i="0">
                <a:solidFill>
                  <a:srgbClr val="C9D2E8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0" y="256032"/>
            <a:ext cx="1051560" cy="420624"/>
          </a:xfrm>
          <a:prstGeom prst="roundRect">
            <a:avLst/>
          </a:prstGeom>
          <a:solidFill>
            <a:srgbClr val="C0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THINK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200">
                <a:solidFill>
                  <a:srgbClr val="1F1F1F"/>
                </a:solidFill>
                <a:latin typeface="Arial"/>
              </a:rPr>
              <a:t>How are coal and petroleum alike? How are they different?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Which fossil fuel is a liquid?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coal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natural gas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petroleum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peat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Petroleum (crude oil) is a liquid.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Coal forms mainly from the remains of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marine organisms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swamp plants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dinosaurs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minerals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Coal forms from plants that became peat, then coal.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Natural gas rises through Earth's crust because it is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less dense than rock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heavier than oil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solid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cold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A. Natural gas is less dense and gets trapped under rock.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Which is a fossil fuel?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wind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sunlight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natural gas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flowing water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C. Natural gas is a fossil fuel.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C9D2E8"/>
                </a:solidFill>
                <a:latin typeface="Arial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Why are they called FOSSIL fuels?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34640"/>
            <a:ext cx="105156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A.  they are old rocks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B.  they form from the remains of organisms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C.  they are found in fossils</a:t>
            </a:r>
          </a:p>
          <a:p>
            <a:pPr algn="l">
              <a:spcAft>
                <a:spcPts val="400"/>
              </a:spcAft>
            </a:pPr>
            <a:r>
              <a:rPr sz="2800" b="0" i="0">
                <a:solidFill>
                  <a:srgbClr val="1F1F1F"/>
                </a:solidFill>
                <a:latin typeface="Arial"/>
              </a:rPr>
              <a:t>D.  they are very hard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3E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25603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1F1F1F"/>
                </a:solidFill>
                <a:latin typeface="Arial"/>
              </a:rPr>
              <a:t>B. They form from fossilized remains of organisms.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