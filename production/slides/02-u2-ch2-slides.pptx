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8.xml" ContentType="application/vnd.openxmlformats-officedocument.presentationml.slide+xml"/>
  <Default Extension="mp4" ContentType="video/mp4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73" r:id="rId24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poster1.jpg"/><Relationship Id="rId3" Type="http://schemas.openxmlformats.org/officeDocument/2006/relationships/video" Target="../media/video1.mp4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12191695" cy="73152"/>
          </a:xfrm>
          <a:prstGeom prst="rect">
            <a:avLst/>
          </a:prstGeom>
          <a:solidFill>
            <a:srgbClr val="E8C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Types of Fossil Fuels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C9D2E8"/>
                </a:solidFill>
                <a:latin typeface="Arial"/>
              </a:rPr>
              <a:t>Chapter 2 · Grade 4 · 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C9D2E8"/>
                </a:solidFill>
                <a:latin typeface="Arial"/>
              </a:rPr>
              <a:t>Unit 2 · Using Natural Resources for Energy · Grade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595B66"/>
                </a:solidFill>
                <a:latin typeface="Arial"/>
              </a:rPr>
              <a:t>Big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What are fossil fuels?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29260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595B6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A long train trip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Opening phenomenon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C0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THINK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A train engine runs on diesel, is lubricated with oil, and the engineer eats with a plastic fork.</a:t>
            </a:r>
          </a:p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What do these three things have in common?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Key Words: coal, petroleum, natural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1 · Key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Coal (solid) · petroleum/crude oil (liquid) · natural gas (gas).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Three Fossil Fuels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1 · Three Fossil Fuels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All three form from the remains of organisms that lived long ago.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How They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1 · How They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C03D3D"/>
                </a:solidFill>
                <a:latin typeface="Arial"/>
              </a:rPr>
              <a:t>Reveal after students 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Buried remains + heat + pressure over millions of years.</a:t>
            </a:r>
          </a:p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Coal from swamp plants · petroleum from marine organisms · gas rises and gets trapped.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Check Your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1 · Check Your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C0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THINK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How are coal and petroleum alike? How are they different?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Which fossil fuel is a liquid?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coal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natural gas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petroleum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peat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C. Petroleum (crude oil) is a liquid.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Coal forms mainly from the remains of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marine organisms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swamp plants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dinosaurs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minerals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B. Coal forms from plants that became peat, then coal.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Natural gas rises through Earth's crust because it is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less dense than rock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heavier than oil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solid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cold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A. Natural gas is less dense and gets trapped under rock.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Which is a fossil fuel?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wind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sunlight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natural gas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flowing water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C. Natural gas is a fossil fuel.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Why are they called FOSSIL fuels?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they are old rocks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they form from the remains of organisms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they are found in fossils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they are very hard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B. They form from fossilized remains of organisms.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WATCH — Fossil Fuel 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9D2E8"/>
                </a:solidFill>
                <a:latin typeface="Arial"/>
              </a:rPr>
              <a:t>Optional video · 3:39 · Week 5 Wednesday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C9D2E8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WATCH</a:t>
            </a:r>
          </a:p>
        </p:txBody>
      </p:sp>
      <p:pic>
        <p:nvPicPr>
          <p:cNvPr id="8" name="Video 1">
            <a:extLst>
              <a:ext uri="{DAA4B4D4-6D71-4841-9C94-3DE7FCFB9230}">
                <p14:media xmlns:p14="http://schemas.microsoft.com/office/powerpoint/2010/main" r:embed="rId3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1895847" y="1720000"/>
            <a:ext cx="8400000" cy="4725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500000"/>
            <a:ext cx="11277295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2F3C7E"/>
                </a:solidFill>
                <a:latin typeface="Arial"/>
              </a:rPr>
              <a:t>THINK: What do all three fossil fuels have in common?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