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1.xml" ContentType="application/vnd.openxmlformats-officedocument.presentationml.slide+xml"/>
  <Default Extension="mp4" ContentType="video/mp4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76" r:id="rId27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Renewable and Nonrenewable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1 · Grade 4 · Week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is the difference between renewable and nonrenewable resources?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Three hikers cook dinner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One cooks on a propane stove, one on a wood fire, one in a solar oven.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Which energy sources can come back, and which cannot?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renewable / nonrenewable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Renewable = restored as quickly as it is used.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Nonrenewable = NOT restored that quickly.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Idea: abundant ≠ renewable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Abundant does NOT mean renewable.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Coal is plentiful now but forms over millions of years.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Sort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Sort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Sort each resource: renewable or nonrenewable?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Renewable ≠ always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Availability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Renewable depends on location and conditions.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Some places get little sun or steady wind.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limits of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Benefits and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Renewables still have costs — turbines, panel cost, dams flood land.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Model It: restored quickly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Model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chain.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USED SLOWLY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RESTORED QUICKLY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RENEWABLE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Draw /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3 · Draw/Label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Draw one renewable and one nonrenewable resource.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Coal is plentiful now but forms over millions of years. Coal is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nonrenewable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both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not a resource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Nonrenewable — it is used much faster than it forms.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renewable resource?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petroleum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natural gas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wind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coal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Wind is restored naturally and quickly.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Sunlight is renewable but not always available. Why?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the sun disappears forever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some places/times get little sunlight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solar cells break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sunlight is nonrenewable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Location and time of day/year affect available sunlight.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What makes a resource renewable?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it is abundant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it is cheap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it is restored as quickly as it is used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it comes from the ground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Renewability is about how fast it is restored vs. used.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A resource can be abundant and still be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free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nonrenewable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water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Abundant does NOT mean renewable.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Where Does Our Energy Come From?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Media placeholder · optional video · pending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PLACEHOLDER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00000"/>
            <a:ext cx="105156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1F1F"/>
                </a:solidFill>
                <a:latin typeface="Arial"/>
              </a:rPr>
              <a:t>Intended: ~90-second Unit 2 launch video (Week 5 Monday).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Script ready: production/media/scripts/unit-02/01-where-does-our-energy-come-from-final-script.md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Covers: natural resources → renewable vs nonrenewable → benefits/limitations.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This slide is a drop-in slot — the deck teaches fully without the video.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