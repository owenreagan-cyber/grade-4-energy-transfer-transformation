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76" r:id="rId27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4.xml"/><Relationship Id="rId28" Type="http://schemas.openxmlformats.org/officeDocument/2006/relationships/slide" Target="slides/slide22.xml"/><Relationship Id="rId2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 REFERENCE (COMPARE)</a:t>
            </a:r>
          </a:p>
          <a:p>
            <a:r>
              <a:t>Which resources renew quickly enough to be called renewable?</a:t>
            </a:r>
          </a:p>
          <a:p/>
          <a:p>
            <a:r>
              <a:t>U2 Ch1 renewable vs nonrenewable matrix.</a:t>
            </a:r>
          </a:p>
          <a:p>
            <a:r>
              <a:t>Approved rebuilt visual — production/infographics/unit2-renewable-nonrenewable-resources.png. Locked Grade 4 vocabulary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92040"/>
            <a:ext cx="12191695" cy="73152"/>
          </a:xfrm>
          <a:prstGeom prst="rect">
            <a:avLst/>
          </a:prstGeom>
          <a:solidFill>
            <a:srgbClr val="E8C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800" b="1" i="0">
                <a:solidFill>
                  <a:srgbClr val="FFFFFF"/>
                </a:solidFill>
                <a:latin typeface="Arial"/>
              </a:rPr>
              <a:t>Renewable and Nonrenewable Resources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 i="0">
                <a:solidFill>
                  <a:srgbClr val="C9D2E8"/>
                </a:solidFill>
                <a:latin typeface="Arial"/>
              </a:rPr>
              <a:t>Chapter 1 · Grade 4 · Week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212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C9D2E8"/>
                </a:solidFill>
                <a:latin typeface="Arial"/>
              </a:rPr>
              <a:t>Unit 2 · Using Natural Resources for Energy · Grade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22860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0" i="0">
                <a:solidFill>
                  <a:srgbClr val="595B66"/>
                </a:solidFill>
                <a:latin typeface="Arial"/>
              </a:rPr>
              <a:t>Big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15600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What is the difference between renewable and nonrenewable resources?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292608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595B66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Three hikers cook dinner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Opening phenomenon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C0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THINK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One cooks on a propane stove, one on a wood fire, one in a solar oven.</a:t>
            </a:r>
          </a:p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Which energy sources can come back, and which cannot?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Where Does Our Energy Come From?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C9D2E8"/>
                </a:solidFill>
                <a:latin typeface="Arial"/>
              </a:rPr>
              <a:t>Media placeholder · optional video · pending generation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>
                <a:solidFill>
                  <a:srgbClr val="C9D2E8"/>
                </a:solidFill>
                <a:latin typeface="Arial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PLACEHOLDER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00000"/>
            <a:ext cx="10515600" cy="4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1F1F1F"/>
                </a:solidFill>
                <a:latin typeface="Arial"/>
              </a:rPr>
              <a:t>Intended: ~90-second Unit 2 launch video (Week 5 Monday).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F1F1F"/>
                </a:solidFill>
                <a:latin typeface="Arial"/>
              </a:rPr>
              <a:t>Script ready: production/media/scripts/unit-02/01-where-does-our-energy-come-from-final-script.md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F1F1F"/>
                </a:solidFill>
                <a:latin typeface="Arial"/>
              </a:rPr>
              <a:t>Covers: natural resources → renewable vs nonrenewable → benefits/limitations.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F1F1F"/>
                </a:solidFill>
                <a:latin typeface="Arial"/>
              </a:rPr>
              <a:t>This slide is a drop-in slot — the deck teaches fully without the video.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Key Words: renewable / nonrenewable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1 · Key Words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Renewable = restored as quickly as it is used.</a:t>
            </a:r>
          </a:p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Nonrenewable = NOT restored that quickly.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Key Idea: abundant ≠ renewable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1 · Key Idea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Abundant does NOT mean renewable.</a:t>
            </a:r>
          </a:p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Coal is plentiful now but forms over millions of years.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Sort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1 · Sort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Sort each resource: renewable or nonrenewable?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Renewable ≠ always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2 · Availability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C03D3D"/>
                </a:solidFill>
                <a:latin typeface="Arial"/>
              </a:rPr>
              <a:t>Reveal after students try.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Renewable depends on location and conditions.</a:t>
            </a:r>
          </a:p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Some places get little sun or steady wind.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Benefits and limits of renewables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2 · Benefits and Limits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Renewables still have costs — turbines, panel cost, dams flood land.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Model It: restored quickly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2 · Model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C03D3D"/>
                </a:solidFill>
                <a:latin typeface="Arial"/>
              </a:rPr>
              <a:t>Reveal after students try.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Copy the chain.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120640"/>
            <a:ext cx="10515600" cy="868680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2600" b="1">
                <a:solidFill>
                  <a:srgbClr val="E8C54A"/>
                </a:solidFill>
                <a:latin typeface="Arial"/>
              </a:rPr>
              <a:t>USED SLOWLY</a:t>
            </a:r>
            <a:r>
              <a:rPr sz="2600" b="1">
                <a:solidFill>
                  <a:srgbClr val="C03D3D"/>
                </a:solidFill>
                <a:latin typeface="Arial"/>
              </a:rPr>
              <a:t> → </a:t>
            </a:r>
            <a:r>
              <a:rPr sz="2600" b="1">
                <a:solidFill>
                  <a:srgbClr val="FFFFFF"/>
                </a:solidFill>
                <a:latin typeface="Arial"/>
              </a:rPr>
              <a:t>RESTORED QUICKLY</a:t>
            </a:r>
            <a:r>
              <a:rPr sz="2600" b="1">
                <a:solidFill>
                  <a:srgbClr val="C03D3D"/>
                </a:solidFill>
                <a:latin typeface="Arial"/>
              </a:rPr>
              <a:t> → </a:t>
            </a:r>
            <a:r>
              <a:rPr sz="2600" b="1">
                <a:solidFill>
                  <a:srgbClr val="FFFFFF"/>
                </a:solidFill>
                <a:latin typeface="Arial"/>
              </a:rPr>
              <a:t>RENEWABLE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Draw / Label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3 · Draw/Label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DRAW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Draw one renewable and one nonrenewable resource.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Coal is plentiful now but forms over millions of years. Coal is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renewable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nonrenewable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both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not a resource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B. Nonrenewable — it is used much faster than it forms.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Which is a renewable resource?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petroleum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natural gas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wind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coal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C. Wind is restored naturally and quickly.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Sunlight is renewable but not always available. Why?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the sun disappears forever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some places/times get little sunlight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solar cells break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sunlight is nonrenewable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B. Location and time of day/year affect available sunlight.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What makes a resource renewable?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it is abundant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it is cheap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it is restored as quickly as it is used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it comes from the ground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C. Renewability is about how fast it is restored vs. used.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A resource can be abundant and still be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renewable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free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nonrenewable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water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C. Abundant does NOT mean renewable.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nit2-renewable-nonrenewable-resour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82880"/>
            <a:ext cx="10972800" cy="6124353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09447" y="6419088"/>
            <a:ext cx="10972800" cy="38404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D9A441"/>
                </a:solidFill>
                <a:latin typeface="Arial"/>
              </a:rPr>
              <a:t>COMPARE   ·   </a:t>
            </a:r>
            <a:r>
              <a:rPr sz="1500" b="1">
                <a:solidFill>
                  <a:srgbClr val="FFFFFF"/>
                </a:solidFill>
                <a:latin typeface="Arial"/>
              </a:rPr>
              <a:t>Which resources renew quickly enough to be called renewable?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