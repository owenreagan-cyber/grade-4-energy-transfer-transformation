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6" r:id="rId27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4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 REFERENCE (COMPARE)</a:t>
            </a:r>
          </a:p>
          <a:p>
            <a:r>
              <a:t>Which resources renew quickly enough to be called renewable?</a:t>
            </a:r>
          </a:p>
          <a:p/>
          <a:p>
            <a:r>
              <a:t>U2 Ch1 renewable vs nonrenewable matrix.</a:t>
            </a:r>
          </a:p>
          <a:p>
            <a:r>
              <a:t>Approved rebuilt visual — production/infographics/unit2-renewable-nonrenewable-resources.png. Locked Grade 4 vocabulary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Intended: ~90-second Unit 2 launch video (Week 5 Monday).</a:t>
            </a:r>
          </a:p>
          <a:p>
            <a:r>
              <a:t>Script ready: production/media/scripts/unit-02/01-where-does-our-energy-come-from-final-script.md</a:t>
            </a:r>
          </a:p>
          <a:p>
            <a:r>
              <a:t>Covers: natural resources → renewable vs nonrenewable → benefits/limitations.</a:t>
            </a:r>
          </a:p>
          <a:p>
            <a:r>
              <a:t>This slide is a drop-in slot — the deck teaches fully without 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Renewable and Nonrenewable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1 · Grade 4 · 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is the difference between renewable and nonrenewable resources?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Three hikers cook dinner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One cooks on a propane stove, one on a wood fire, one in a solar oven.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Which energy sources can come back, and which cannot?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Where Does Our Energy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Optional video · Week 5 Monday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F3C7E"/>
                </a:solidFill>
                <a:latin typeface="Arial"/>
              </a:rPr>
              <a:t>THINK: Where do the resources we use every day come from?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95847" y="1720000"/>
            <a:ext cx="8400000" cy="4725000"/>
          </a:xfrm>
          <a:prstGeom prst="roundRect">
            <a:avLst/>
          </a:prstGeom>
          <a:solidFill>
            <a:srgbClr val="E8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10047" y="3396700"/>
            <a:ext cx="1371600" cy="1371600"/>
          </a:xfrm>
          <a:prstGeom prst="ellipse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5821527" y="3808180"/>
            <a:ext cx="548640" cy="54864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renewable / nonrenewable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 = restored as quickly as it is used.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Nonrenewable = NOT restored that quickly.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Idea: abundant ≠ 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Abundant does NOT mean renewable.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is plentiful now but forms over millions of years.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Sort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Sort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Sort each resource: renewable or nonrenewable?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Renewable ≠ always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Availability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 depends on location and conditions.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Some places get little sun or steady wind.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limits of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Benefits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Renewables still have costs — turbines, panel cost, dams flood land.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Model It: restored quickly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Model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USED SLOWLY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RESTORED QUICKLY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RENEWABLE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Draw /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Draw/Label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Draw one renewable and one nonrenewable resource.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Coal is plentiful now but forms over millions of years. Coal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nonrenewable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both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not a resource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Nonrenewable — it is used much faster than it forms.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renewable resource?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petroleum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Wind is restored naturally and quickly.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Sunlight is renewable but not always available. Why?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 sun disappears forever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some places/times get little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solar cells break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sunlight is nonrenewable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Location and time of day/year affect available sunlight.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What makes a resource renewable?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it is abundant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it is cheap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it is restored as quickly as it is used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it comes from the ground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Renewability is about how fast it is restored vs. used.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 resource can be abundant and still be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free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nonrenewable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water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Abundant does NOT mean renewable.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2-renewable-nonrenewable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82880"/>
            <a:ext cx="10972800" cy="612435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447" y="6419088"/>
            <a:ext cx="10972800" cy="38404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D9A441"/>
                </a:solidFill>
                <a:latin typeface="Arial"/>
              </a:rPr>
              <a:t>COMPARE   ·   </a:t>
            </a:r>
            <a:r>
              <a:rPr sz="1500" b="1">
                <a:solidFill>
                  <a:srgbClr val="FFFFFF"/>
                </a:solidFill>
                <a:latin typeface="Arial"/>
              </a:rPr>
              <a:t>Which resources renew quickly enough to be called renewable?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