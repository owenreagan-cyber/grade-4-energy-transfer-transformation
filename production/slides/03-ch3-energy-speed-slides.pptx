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1 · 2026-10-19 · REQUIRED</a:t>
            </a:r>
          </a:p>
          <a:p>
            <a:r>
              <a:t>SAY Open the chapter. Do not answer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Read the question. Collect first ideas. Do not correct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Students write one idea. There is no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Use one ball. Ask which catch did more to the hand. Do not say a speed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Show the blank.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Wait. The missing word stays off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0.5 min</a:t>
            </a:r>
          </a:p>
          <a:p>
            <a:r>
              <a:t>PLAN Session 1 · 2026-10-19 · REQUIRED</a:t>
            </a:r>
          </a:p>
          <a:p>
            <a:r>
              <a:t>SAY The word is distance. Reader page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One ball at two speeds. What you observe is the evidence. Do not fill the blanks.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2.5 min</a:t>
            </a:r>
          </a:p>
          <a:p>
            <a:r>
              <a:t>PLAN Session 1 · 2026-10-19 · REQUIRED</a:t>
            </a:r>
          </a:p>
          <a:p>
            <a:r>
              <a:t>SAY Students write both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0.5 min</a:t>
            </a:r>
          </a:p>
          <a:p>
            <a:r>
              <a:t>PLAN Session 1 · 2026-10-19 · REQUIRED</a:t>
            </a:r>
          </a:p>
          <a:p>
            <a:r>
              <a:t>SAY The words are same and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DEMO</a:t>
            </a:r>
          </a:p>
          <a:p>
            <a:r>
              <a:t>TIME 4 min</a:t>
            </a:r>
          </a:p>
          <a:p>
            <a:r>
              <a:t>PLAN Session 1 · 2026-10-19 · REQUIRED</a:t>
            </a:r>
          </a:p>
          <a:p>
            <a:r>
              <a:t>SAY Low setup, then a steeper setup. Students name the bigger cup move. No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Say we will measure the ramp height and how far the target moves, in centimeters. Do not say the Tuesday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1 · 2026-10-19 · REQUIRED</a:t>
            </a:r>
          </a:p>
          <a:p>
            <a:r>
              <a:t>SAY One sentence. No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2 · 2026-10-20 · REQUIRED</a:t>
            </a:r>
          </a:p>
          <a:p>
            <a:r>
              <a:t>SAY Reread the Big Question. Ask what evidence we already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Change one thing. Keep one ball. Do not say the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Four blanks. Do not say the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0.5 min</a:t>
            </a:r>
          </a:p>
          <a:p>
            <a:r>
              <a:t>PLAN Session 2 · 2026-10-20 · REQUIRED</a:t>
            </a:r>
          </a:p>
          <a:p>
            <a:r>
              <a:t>SAY The words are height, cup, height, and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One unrecorded trial. Fix the setup. Then start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Measure the vertical ramp height for 1, 2, and 3 books. Write centimeters.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13 min</a:t>
            </a:r>
          </a:p>
          <a:p>
            <a:r>
              <a:t>PLAN Session 2 · 2026-10-20 · REQUIRED</a:t>
            </a:r>
          </a:p>
          <a:p>
            <a:r>
              <a:t>SAY Three trials at each height. Record how far the cup moves in centimeters.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1.5 min</a:t>
            </a:r>
          </a:p>
          <a:p>
            <a:r>
              <a:t>PLAN Session 2 · 2026-10-20 · REQUIRED</a:t>
            </a:r>
          </a:p>
          <a:p>
            <a:r>
              <a:t>SAY Stop. Leave averages and the graph for Wednesday.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3 · 2026-10-21 · REQUIRED</a:t>
            </a:r>
          </a:p>
          <a:p>
            <a:r>
              <a:t>SAY Reread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4 min</a:t>
            </a:r>
          </a:p>
          <a:p>
            <a:r>
              <a:t>PLAN Session 3 · 2026-10-21 · REQUIRED</a:t>
            </a:r>
          </a:p>
          <a:p>
            <a:r>
              <a:t>SAY Average the three cup measurements at each ramp height.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GRAPH</a:t>
            </a:r>
          </a:p>
          <a:p>
            <a:r>
              <a:t>TIME 2 min</a:t>
            </a:r>
          </a:p>
          <a:p>
            <a:r>
              <a:t>PLAN Session 3 · 2026-10-21 · REQUIRED</a:t>
            </a:r>
          </a:p>
          <a:p>
            <a:r>
              <a:t>SAY Ramp height in centimeters. Average cup movement in centimeters. Neither axis is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GRAPH</a:t>
            </a:r>
          </a:p>
          <a:p>
            <a:r>
              <a:t>TIME 6 min</a:t>
            </a:r>
          </a:p>
          <a:p>
            <a:r>
              <a:t>PLAN Session 3 · 2026-10-21 · REQUIRED</a:t>
            </a:r>
          </a:p>
          <a:p>
            <a:r>
              <a:t>SAY Students plot their own averages. Do not supply fake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3 · 2026-10-21 · REQUIRED</a:t>
            </a:r>
          </a:p>
          <a:p>
            <a:r>
              <a:t>SAY Move the cup as close as possible to 30 centimeters without going past.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8 min</a:t>
            </a:r>
          </a:p>
          <a:p>
            <a:r>
              <a:t>PLAN Session 3 · 2026-10-21 · REQUIRED</a:t>
            </a:r>
          </a:p>
          <a:p>
            <a:r>
              <a:t>SAY Students may change the ramp setup. They still use one ball. They still do not write a speed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 min</a:t>
            </a:r>
          </a:p>
          <a:p>
            <a:r>
              <a:t>PLAN Session 3 · 2026-10-21 · REQUIRED</a:t>
            </a:r>
          </a:p>
          <a:p>
            <a:r>
              <a:t>SAY Ask which setup moved the cup farther. Cup movement is evidence of change, not a speed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4 · 2026-10-22 · REQUIRED</a:t>
            </a:r>
          </a:p>
          <a:p>
            <a:r>
              <a:t>SAY Reread the Big Question before Reader pages 15 and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Steeper ramp. One ball. The bucket or cup moves farther. Do not say either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write both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0.5 min</a:t>
            </a:r>
          </a:p>
          <a:p>
            <a:r>
              <a:t>PLAN Session 4 · 2026-10-22 · REQUIRED</a:t>
            </a:r>
          </a:p>
          <a:p>
            <a:r>
              <a:t>SAY The words are speed and greater.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A soft bounce and a hard bounce. Ask which bounce was taller.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write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0.5 min</a:t>
            </a:r>
          </a:p>
          <a:p>
            <a:r>
              <a:t>PLAN Session 4 · 2026-10-22 · REQUIRED</a:t>
            </a:r>
          </a:p>
          <a:p>
            <a:r>
              <a:t>SAY The word is higher. A louder sound is also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CHECK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Open response. Do not show the sample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CHECK</a:t>
            </a:r>
          </a:p>
          <a:p>
            <a:r>
              <a:t>TIME 1 min</a:t>
            </a:r>
          </a:p>
          <a:p>
            <a:r>
              <a:t>PLAN Session 4 · 2026-10-22 · REQUIRED</a:t>
            </a:r>
          </a:p>
          <a:p>
            <a:r>
              <a:t>SAY Sample: that ball had more energy of motion when it caused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BQ_NOW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answer the Big Question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BQ_NOW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Ungraded exit. Look for the same object and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DROP</a:t>
            </a:r>
          </a:p>
          <a:p>
            <a:r>
              <a:t>TIME 0 min</a:t>
            </a:r>
          </a:p>
          <a:p>
            <a:r>
              <a:t>PLAN Session 5 · 2026-10-23 · FLEX</a:t>
            </a:r>
          </a:p>
          <a:p>
            <a:r>
              <a:t>SAY Friday FLEX. The relationship is already taught. Same ball. Two drop heights. Compare craters. No new required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RECOVER</a:t>
            </a:r>
          </a:p>
          <a:p>
            <a:r>
              <a:t>TIME 0 min</a:t>
            </a:r>
          </a:p>
          <a:p>
            <a:r>
              <a:t>PLAN Session 5 · 2026-10-23 · FLEX</a:t>
            </a:r>
          </a:p>
          <a:p>
            <a:r>
              <a:t>SAY Finish notes, review, or give the quiz. The quiz is not a first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38404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CHAPTER 3  · 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Avenir Next"/>
              </a:rPr>
              <a:t>Energy and Speed Are Related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9EBEF"/>
                </a:solidFill>
                <a:latin typeface="Avenir Next"/>
              </a:rPr>
              <a:t>How are energy and speed related?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E9EBEF"/>
                </a:solidFill>
                <a:latin typeface="Avenir Next"/>
              </a:rPr>
              <a:t>Measurement /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Turn and talk. We will collect evidence before we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My first thinking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one idea. There is no missing word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gentle catch, then a hard catch.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catch did more to your hand?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measurement of the ________ an object travels over an amount of time.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Reader p.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 on V1.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 — a measurement of the ________ an object travels over an amount of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 — a measurement of the distance an object travels over an amount of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One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You decide from what you observe.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BALL  →  OBSERVE  → 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both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Compare the ________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bigger ________ is how we know the faster ball had more energy of motion.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Compare the same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bigger change is how we know the faster ball had more energy of motion.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and Target Preview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Preview.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Low setup, then a steeper setup.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cup move was bigger?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measure. Do not write a speed number.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Tomorrow we measure the ramp height and how far the target moves.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use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write a speed number.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Exit. One sentence about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Not graded.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What have we already observed?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fair test changes one thing.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Keep one ball.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ramp ________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how far the ________ moves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measure a speed number.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one thing we change is ramp ________.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keep the ________ ball.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ramp height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how far the cup moves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measure a speed number.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one thing we change is ramp height.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keep the same ball.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Calibration trial.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Roll the ball once.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record that roll.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Measure the vertical ramp for 1 book, 2 books, and 3 books.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centimeters.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Three recorded trials at each setup.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Nine recorded trials.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how far the cup moves, in centimeters.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Stop recording.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Averages and the graph come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 the three cup measurements at each setup.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Height and Average Movement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Graph axes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Ramp height (cm)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 cup movement (cm)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label an axis as speed.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Height and Average Movement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Plot your three averages.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Use your own measurements.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Challenge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Move the cup as close as you can to 30 cm without going past.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You may change the ramp.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Keep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write a speed number.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setup moved the cup farther?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farther cup move is a bigger change.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Reader pages 15 and 16.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steeper ramp.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Reader tells us what happens when the same ball rolls down a steeper ramp.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Watch how far the cup or bucket moves.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Objects pick up more ________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From the steeper ramp, that ball made a ________ change.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Objects pick up more speed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From the steeper ramp, that ball made a greater change.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soft bounce. A hard bounce.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bounce went farther up?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faster ball bounced ________ than the slower ball.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faster ball bounced higher than the slower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louder sound is also a bigger change.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Your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Check your thinking.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Name the ball you kept and one change that was bigger.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Your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Sample: That ball had more energy of motion when it caused a greater change.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I did not measure a speed number.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6002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05840"/>
            <a:ext cx="7635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Now I think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your answer.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6002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05840"/>
            <a:ext cx="7635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Exit. Not graded.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Look for one ball and a bigger change.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7830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DROP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005840"/>
            <a:ext cx="7452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Drop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FLEX  ·  Drop It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Same ball. Two drop heights. Compare the craters.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This does not teach a new idea.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7830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RECOVER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005840"/>
            <a:ext cx="7452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Friday Recovery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FLEX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Finish the notes, practice, or take the quiz.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quiz is not a first lesson.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