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Arial"/>
              </a:rPr>
              <a:t>Energy and Speed Are Related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Chapter 3  ·  Grade 4  ·  Week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40480"/>
            <a:ext cx="283464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336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3840480"/>
            <a:ext cx="283464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384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840480"/>
            <a:ext cx="237744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SLOW roll
cup moves a little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92608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FASTER roll
cup moves a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SAME ball, moving faster, caused a greater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object reminder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4572000" cy="18288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SAME ball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834640"/>
            <a:ext cx="137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55555"/>
                </a:solidFill>
                <a:latin typeface="Arial"/>
              </a:rPr>
              <a:t>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29768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SAME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We only change the speed. The object stays the same.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Which roll will cause the greater change — the slow one or the faster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How are energy and speed related?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Remember from Chapter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468880"/>
            <a:ext cx="9418320" cy="164592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 moving object has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speed?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10332720" cy="17373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Speed: a measurement of the distance an object travels over an amount of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p.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ball, different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SLOWER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FASTER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3383280" y="3108960"/>
            <a:ext cx="201168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9052560" y="3108960"/>
            <a:ext cx="301752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555555"/>
                </a:solidFill>
                <a:latin typeface="Arial"/>
              </a:rPr>
              <a:t>Arrows are a model — longer arrow = faster (not a measured speed).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Notes —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6459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Speed describes how ______ an object moves.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9669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Our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05156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How does ramp height affect the change caused by the same ball?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Fair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Change ONE thing. Keep the important conditions the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Variables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CHANGE
ramp height
(1 · 2 · 3 books)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103120"/>
            <a:ext cx="33832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WE KEEP SAME
ball · cup · surface · release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103120"/>
            <a:ext cx="3383280" cy="21945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MEASURE
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do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Cardboard ramp + books (1, 2,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Lightweight cup at the marked start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Ruler (cm) · tape markers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ramp height will the cup move the farthest?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1.  Release the ball from the top of the ramp (no push).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2.  Measure how far the cup moved (cm).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3.  Repeat 3 trials; then try the next ramp height.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Data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Ramp Height | Trial 1 | Trial 2 | Trial 3 | Average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5661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1 book  ·  2 books  ·  3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Ramp Height vs. Average Cup Displacement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Arial"/>
              </a:rPr>
              <a:t>X-axis: Ramp Height (books)    Y-axis: Average 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5014"/>
                </a:solidFill>
                <a:latin typeface="Arial"/>
              </a:rPr>
              <a:t>NOT “Speed vs. Energy” — 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interpretation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Higher ramp → the cup moved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Measured vs inferred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25603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MEASURED
ramp height (books)
cup displacement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5029200" cy="256032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INFERRED
relative speed
speed ↔ energy relationship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Reader connection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Greater speed → greater change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pp. 13–16 (catch a ball · ramp/bucket · bounce)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Evidence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→ greater energy of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Did we directly measure speed or energy?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32720" cy="12801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 — we measured the change and inferred the relationship.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height will the ball make the biggest crater?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Same ball · same sand tray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Fixed heights: 30 cm · 60 cm (optional 90 cm)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Measure crater width (cm) · depth = shallow/medium/deep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Higher drop → faster → bigger crater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…shown by a greater observed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Name one thing we MEASURED and one thing we INFERRED.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MEASURED: ___________    INFERRED: ___________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