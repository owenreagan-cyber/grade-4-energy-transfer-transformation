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92040"/>
            <a:ext cx="12191695" cy="73152"/>
          </a:xfrm>
          <a:prstGeom prst="rect">
            <a:avLst/>
          </a:prstGeom>
          <a:solidFill>
            <a:srgbClr val="E8C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Solar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C9D2E8"/>
                </a:solidFill>
                <a:latin typeface="Arial"/>
              </a:rPr>
              <a:t>Chapter 7 · Grade 4 · Week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C9D2E8"/>
                </a:solidFill>
                <a:latin typeface="Arial"/>
              </a:rPr>
              <a:t>Unit 2 · Using Natural Resources for Energy · Grade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595B66"/>
                </a:solidFill>
                <a:latin typeface="Arial"/>
              </a:rPr>
              <a:t>Big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How do people use sunlight as a source of energy?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29260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595B66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Lights out at sunset?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Opening phenomenon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C0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THINK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A solar farm powers a town.</a:t>
            </a:r>
          </a:p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What happens when clouds come or the sun sets?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Key Words: solar power, solar cell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1 · Key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Solar power = using sunlight. A solar cell converts sunlight to electricity.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Electricity Pathway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1 · Electricity Pathway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C03D3D"/>
                </a:solidFill>
                <a:latin typeface="Arial"/>
              </a:rPr>
              <a:t>Reveal after students try.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Copy the pathway.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120640"/>
            <a:ext cx="10515600" cy="868680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2600" b="1">
                <a:solidFill>
                  <a:srgbClr val="E8C54A"/>
                </a:solidFill>
                <a:latin typeface="Arial"/>
              </a:rPr>
              <a:t>SUNLIGHT</a:t>
            </a:r>
            <a:r>
              <a:rPr sz="2600" b="1">
                <a:solidFill>
                  <a:srgbClr val="C03D3D"/>
                </a:solidFill>
                <a:latin typeface="Arial"/>
              </a:rPr>
              <a:t> → </a:t>
            </a:r>
            <a:r>
              <a:rPr sz="2600" b="1">
                <a:solidFill>
                  <a:srgbClr val="FFFFFF"/>
                </a:solidFill>
                <a:latin typeface="Arial"/>
              </a:rPr>
              <a:t>SOLAR CELL</a:t>
            </a:r>
            <a:r>
              <a:rPr sz="2600" b="1">
                <a:solidFill>
                  <a:srgbClr val="C03D3D"/>
                </a:solidFill>
                <a:latin typeface="Arial"/>
              </a:rPr>
              <a:t> → </a:t>
            </a:r>
            <a:r>
              <a:rPr sz="2600" b="1">
                <a:solidFill>
                  <a:srgbClr val="FFFFFF"/>
                </a:solidFill>
                <a:latin typeface="Arial"/>
              </a:rPr>
              <a:t>ELECTRICITY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Other Ways to Use Sunlight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1 · Other 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Sunlight can heat water and cook food (solar oven).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Benefits and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2 · Benefits and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Benefits: renewable, no fuel burned.</a:t>
            </a:r>
          </a:p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Limitations: needs sunlight, costs to install.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Available 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2 · Available 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Solar depends on light that is available — location, weather, time of day.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A solar cell converts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wind to electricity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sunlight to electricity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heat to light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water to steam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B. A solar cell converts sunlight to electricity.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Why is solar called renewable but not always available?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the sun burns out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sunlight depends on location and time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panels break daily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solar is nonrenewable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B. Sunlight depends on location, weather, and time.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On a cloudy day, a solar panel makes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more electricity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less electricity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no difference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steam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B. Less sunlight means less electricity.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Which is a LIMITATION of solar?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free sunlight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no fuel burned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costs money to install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renewable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C. Installation cost is a limitation.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