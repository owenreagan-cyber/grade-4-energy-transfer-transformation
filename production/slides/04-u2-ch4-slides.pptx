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4" r:id="rId25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6.xml"/><Relationship Id="rId2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Intended: ~90-second SAME / DIFFERENT comparison clip (Week 6 Thursday).</a:t>
            </a:r>
          </a:p>
          <a:p>
            <a:r>
              <a:t>Script ready: production/media/scripts/unit-02/04-coal-vs-nuclear-final-script.md</a:t>
            </a:r>
          </a:p>
          <a:p>
            <a:r>
              <a:t>Covers: heat → steam → turbine → generator (SAME); heat source (DIFFERENT).</a:t>
            </a:r>
          </a:p>
          <a:p>
            <a:r>
              <a:t>This slide is a drop-in slot — the deck teaches fully without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73152"/>
          </a:xfrm>
          <a:prstGeom prst="rect">
            <a:avLst/>
          </a:prstGeom>
          <a:solidFill>
            <a:srgbClr val="E8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Nuclear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9D2E8"/>
                </a:solidFill>
                <a:latin typeface="Arial"/>
              </a:rPr>
              <a:t>Chapter 4 · Grade 4 · Week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C9D2E8"/>
                </a:solidFill>
                <a:latin typeface="Arial"/>
              </a:rPr>
              <a:t>Unit 2 · Using Natural Resources for Energy · Grade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95B66"/>
                </a:solidFill>
                <a:latin typeface="Arial"/>
              </a:rPr>
              <a:t>Big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What is nuclear power?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595B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Steam or smoke?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 cooling tower photo — steam rises.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Is that smoke, or is it just steam?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Words: nuclear energy, uranium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Nuclear energy comes from a material called uranium (mined from rock).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Idea: same pathway as coal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Nuclear power uses heat to make electricity — the same pathway as coal.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Coal vs Nuclear — Same Pathway, Different Heat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Optional video · Week 6 Thursday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0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F3C7E"/>
                </a:solidFill>
                <a:latin typeface="Arial"/>
              </a:rPr>
              <a:t>THINK: What is the SAME? What is DIFFERENT?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95847" y="1720000"/>
            <a:ext cx="8400000" cy="4725000"/>
          </a:xfrm>
          <a:prstGeom prst="roundRect">
            <a:avLst/>
          </a:prstGeom>
          <a:solidFill>
            <a:srgbClr val="E8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10047" y="3396700"/>
            <a:ext cx="1371600" cy="1371600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5821527" y="3808180"/>
            <a:ext cx="548640" cy="548640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Electricity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Electricity Pathway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Copy the pathway.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20640"/>
            <a:ext cx="10515600" cy="86868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2600" b="1">
                <a:solidFill>
                  <a:srgbClr val="E8C54A"/>
                </a:solidFill>
                <a:latin typeface="Arial"/>
              </a:rPr>
              <a:t>NUCLEAR HEAT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STEAM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TURBINE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GENERATOR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ELECTRICITY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Benefits and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Benefits and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Benefits: reliable, little air pollution.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Limitations: nonrenewable, used fuel must be stored safely.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Safety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Safety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Heat must be controlled; used fuel is stored safely.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Nuclear power plants make electricity using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wind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heat from boiling water into steam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sunlight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coal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Heat boils water into steam that spins a turbine.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Uranium is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a fossil fuel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a mined material used for nuclear energy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a gas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Uranium is mined from rock.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A nuclear plant and a coal plant both use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uranium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a steam-spun turbine and generator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solar cells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wind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Both use the heat → steam → turbine → generator pathway.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LIMITATION of nuclear power?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reliable electricity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little air pollution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used fuel stays dangerous a long time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it heats homes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Used fuel must be stored safely for a very long time.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For nuclear energy, which pathway do we learn?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uranium → solar cell → electricity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uranium → heat → steam → turbine → generator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uranium → battery → light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uranium → wind → generator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uranium → heat → steam → turbine → generator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