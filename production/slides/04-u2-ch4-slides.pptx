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  <Default Extension="mp4" ContentType="video/mp4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4" r:id="rId25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Nuclear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4 · Grade 4 · Week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is nuclear power?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Steam or smoke?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cooling tower photo — steam rises.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Is that smoke, or is it just steam?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nuclear energy, uranium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Nuclear energy comes from a material called uranium (mined from rock).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Idea: same pathway as coal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Nuclear power uses heat to make electricity — the same pathway as coal.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Electricity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Electricity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pathway.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NUCLEAR HEAT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STEAM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TURBINE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GENERATOR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ELECTRICITY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Benefits and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Benefits: reliable, little air pollution.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Limitations: nonrenewable, used fuel must be stored safely.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Safety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Safety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Heat must be controlled; used fuel is stored safely.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Nuclear power plants make electricity using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wind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heat from boiling water into steam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sunlight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Heat boils water into steam that spins a turbine.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Uranium is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a fossil fuel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a mined material used for nuclear energy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a gas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Uranium is mined from rock.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A nuclear plant and a coal plant both use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uranium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a steam-spun turbine and generator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solar cells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wind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Both use the heat → steam → turbine → generator pathway.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LIMITATION of nuclear power?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reliable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little air pollution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used fuel stays dangerous a long time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it heats homes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Used fuel must be stored safely for a very long time.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The mechanism of nuclear fission (splitting atoms) is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 main learning goal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NOT a required learning objective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the only thing to memorize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how solar cells 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We learn heat → steam → turbine → generator, not fission detail.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Coal vs Nuclear — Same Pathway, Different Heat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Media placeholder · optional video · pending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PLACEHOLDER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00000"/>
            <a:ext cx="105156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1F1F"/>
                </a:solidFill>
                <a:latin typeface="Arial"/>
              </a:rPr>
              <a:t>Intended: ~90-second SAME / DIFFERENT comparison clip (Week 6 Thursday).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Script ready: production/media/scripts/unit-02/04-coal-vs-nuclear-final-script.md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Covers: heat → steam → turbine → generator (SAME); heat source (DIFFERENT).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1F1F"/>
                </a:solidFill>
                <a:latin typeface="Arial"/>
              </a:rPr>
              <a:t>This slide is a drop-in slot — the deck teaches fully without the video.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