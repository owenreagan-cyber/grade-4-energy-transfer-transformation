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.xml"/><Relationship Id="rId4" Type="http://schemas.openxmlformats.org/officeDocument/2006/relationships/slide" Target="slide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14.xml"/><Relationship Id="rId4" Type="http://schemas.openxmlformats.org/officeDocument/2006/relationships/slide" Target="slide14.xml"/><Relationship Id="rId5" Type="http://schemas.openxmlformats.org/officeDocument/2006/relationships/slide" Target="slide24.xml"/><Relationship Id="rId6" Type="http://schemas.openxmlformats.org/officeDocument/2006/relationships/slide" Target="slide24.xml"/><Relationship Id="rId7" Type="http://schemas.openxmlformats.org/officeDocument/2006/relationships/slide" Target="slide34.xml"/><Relationship Id="rId8" Type="http://schemas.openxmlformats.org/officeDocument/2006/relationships/slide" Target="slide34.xml"/><Relationship Id="rId9" Type="http://schemas.openxmlformats.org/officeDocument/2006/relationships/slide" Target="slide44.xml"/><Relationship Id="rId10" Type="http://schemas.openxmlformats.org/officeDocument/2006/relationships/slide" Target="slide44.xml"/><Relationship Id="rId11" Type="http://schemas.openxmlformats.org/officeDocument/2006/relationships/slide" Target="slide6.xml"/><Relationship Id="rId12" Type="http://schemas.openxmlformats.org/officeDocument/2006/relationships/slide" Target="slide6.xml"/><Relationship Id="rId13" Type="http://schemas.openxmlformats.org/officeDocument/2006/relationships/slide" Target="slide16.xml"/><Relationship Id="rId14" Type="http://schemas.openxmlformats.org/officeDocument/2006/relationships/slide" Target="slide16.xml"/><Relationship Id="rId15" Type="http://schemas.openxmlformats.org/officeDocument/2006/relationships/slide" Target="slide26.xml"/><Relationship Id="rId16" Type="http://schemas.openxmlformats.org/officeDocument/2006/relationships/slide" Target="slide26.xml"/><Relationship Id="rId17" Type="http://schemas.openxmlformats.org/officeDocument/2006/relationships/slide" Target="slide36.xml"/><Relationship Id="rId18" Type="http://schemas.openxmlformats.org/officeDocument/2006/relationships/slide" Target="slide36.xml"/><Relationship Id="rId19" Type="http://schemas.openxmlformats.org/officeDocument/2006/relationships/slide" Target="slide46.xml"/><Relationship Id="rId20" Type="http://schemas.openxmlformats.org/officeDocument/2006/relationships/slide" Target="slide46.xml"/><Relationship Id="rId21" Type="http://schemas.openxmlformats.org/officeDocument/2006/relationships/slide" Target="slide8.xml"/><Relationship Id="rId22" Type="http://schemas.openxmlformats.org/officeDocument/2006/relationships/slide" Target="slide8.xml"/><Relationship Id="rId23" Type="http://schemas.openxmlformats.org/officeDocument/2006/relationships/slide" Target="slide18.xml"/><Relationship Id="rId24" Type="http://schemas.openxmlformats.org/officeDocument/2006/relationships/slide" Target="slide18.xml"/><Relationship Id="rId25" Type="http://schemas.openxmlformats.org/officeDocument/2006/relationships/slide" Target="slide28.xml"/><Relationship Id="rId26" Type="http://schemas.openxmlformats.org/officeDocument/2006/relationships/slide" Target="slide28.xml"/><Relationship Id="rId27" Type="http://schemas.openxmlformats.org/officeDocument/2006/relationships/slide" Target="slide38.xml"/><Relationship Id="rId28" Type="http://schemas.openxmlformats.org/officeDocument/2006/relationships/slide" Target="slide38.xml"/><Relationship Id="rId29" Type="http://schemas.openxmlformats.org/officeDocument/2006/relationships/slide" Target="slide48.xml"/><Relationship Id="rId30" Type="http://schemas.openxmlformats.org/officeDocument/2006/relationships/slide" Target="slide48.xml"/><Relationship Id="rId31" Type="http://schemas.openxmlformats.org/officeDocument/2006/relationships/slide" Target="slide10.xml"/><Relationship Id="rId32" Type="http://schemas.openxmlformats.org/officeDocument/2006/relationships/slide" Target="slide10.xml"/><Relationship Id="rId33" Type="http://schemas.openxmlformats.org/officeDocument/2006/relationships/slide" Target="slide20.xml"/><Relationship Id="rId34" Type="http://schemas.openxmlformats.org/officeDocument/2006/relationships/slide" Target="slide20.xml"/><Relationship Id="rId35" Type="http://schemas.openxmlformats.org/officeDocument/2006/relationships/slide" Target="slide30.xml"/><Relationship Id="rId36" Type="http://schemas.openxmlformats.org/officeDocument/2006/relationships/slide" Target="slide30.xml"/><Relationship Id="rId37" Type="http://schemas.openxmlformats.org/officeDocument/2006/relationships/slide" Target="slide40.xml"/><Relationship Id="rId38" Type="http://schemas.openxmlformats.org/officeDocument/2006/relationships/slide" Target="slide40.xml"/><Relationship Id="rId39" Type="http://schemas.openxmlformats.org/officeDocument/2006/relationships/slide" Target="slide50.xml"/><Relationship Id="rId40" Type="http://schemas.openxmlformats.org/officeDocument/2006/relationships/slide" Target="slide50.xml"/><Relationship Id="rId41" Type="http://schemas.openxmlformats.org/officeDocument/2006/relationships/slide" Target="slide12.xml"/><Relationship Id="rId42" Type="http://schemas.openxmlformats.org/officeDocument/2006/relationships/slide" Target="slide12.xml"/><Relationship Id="rId43" Type="http://schemas.openxmlformats.org/officeDocument/2006/relationships/slide" Target="slide22.xml"/><Relationship Id="rId44" Type="http://schemas.openxmlformats.org/officeDocument/2006/relationships/slide" Target="slide22.xml"/><Relationship Id="rId45" Type="http://schemas.openxmlformats.org/officeDocument/2006/relationships/slide" Target="slide32.xml"/><Relationship Id="rId46" Type="http://schemas.openxmlformats.org/officeDocument/2006/relationships/slide" Target="slide32.xml"/><Relationship Id="rId47" Type="http://schemas.openxmlformats.org/officeDocument/2006/relationships/slide" Target="slide42.xml"/><Relationship Id="rId48" Type="http://schemas.openxmlformats.org/officeDocument/2006/relationships/slide" Target="slide42.xml"/><Relationship Id="rId49" Type="http://schemas.openxmlformats.org/officeDocument/2006/relationships/slide" Target="slide52.xml"/><Relationship Id="rId50" Type="http://schemas.openxmlformats.org/officeDocument/2006/relationships/slide" Target="slide52.xml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8.xml"/><Relationship Id="rId6" Type="http://schemas.openxmlformats.org/officeDocument/2006/relationships/slide" Target="slide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1.xml"/><Relationship Id="rId4" Type="http://schemas.openxmlformats.org/officeDocument/2006/relationships/slide" Target="slide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2.xml"/><Relationship Id="rId6" Type="http://schemas.openxmlformats.org/officeDocument/2006/relationships/slide" Target="slide1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5.xml"/><Relationship Id="rId4" Type="http://schemas.openxmlformats.org/officeDocument/2006/relationships/slide" Target="slide1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4.xml"/><Relationship Id="rId6" Type="http://schemas.openxmlformats.org/officeDocument/2006/relationships/slide" Target="slide1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7.xml"/><Relationship Id="rId4" Type="http://schemas.openxmlformats.org/officeDocument/2006/relationships/slide" Target="slide1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6.xml"/><Relationship Id="rId6" Type="http://schemas.openxmlformats.org/officeDocument/2006/relationships/slide" Target="slide1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8.xml"/><Relationship Id="rId6" Type="http://schemas.openxmlformats.org/officeDocument/2006/relationships/slide" Target="slide1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1.xml"/><Relationship Id="rId4" Type="http://schemas.openxmlformats.org/officeDocument/2006/relationships/slide" Target="slide2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0.xml"/><Relationship Id="rId6" Type="http://schemas.openxmlformats.org/officeDocument/2006/relationships/slide" Target="slide2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3.xml"/><Relationship Id="rId4" Type="http://schemas.openxmlformats.org/officeDocument/2006/relationships/slide" Target="slide2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2.xml"/><Relationship Id="rId6" Type="http://schemas.openxmlformats.org/officeDocument/2006/relationships/slide" Target="slide2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5.xml"/><Relationship Id="rId4" Type="http://schemas.openxmlformats.org/officeDocument/2006/relationships/slide" Target="slide2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4.xml"/><Relationship Id="rId6" Type="http://schemas.openxmlformats.org/officeDocument/2006/relationships/slide" Target="slide2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7.xml"/><Relationship Id="rId4" Type="http://schemas.openxmlformats.org/officeDocument/2006/relationships/slide" Target="slide2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6.xml"/><Relationship Id="rId6" Type="http://schemas.openxmlformats.org/officeDocument/2006/relationships/slide" Target="slide2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9.xml"/><Relationship Id="rId4" Type="http://schemas.openxmlformats.org/officeDocument/2006/relationships/slide" Target="slide2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8.xml"/><Relationship Id="rId6" Type="http://schemas.openxmlformats.org/officeDocument/2006/relationships/slide" Target="slide2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1.xml"/><Relationship Id="rId4" Type="http://schemas.openxmlformats.org/officeDocument/2006/relationships/slide" Target="slide3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0.xml"/><Relationship Id="rId6" Type="http://schemas.openxmlformats.org/officeDocument/2006/relationships/slide" Target="slide3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3.xml"/><Relationship Id="rId4" Type="http://schemas.openxmlformats.org/officeDocument/2006/relationships/slide" Target="slide3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2.xml"/><Relationship Id="rId6" Type="http://schemas.openxmlformats.org/officeDocument/2006/relationships/slide" Target="slide3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5.xml"/><Relationship Id="rId4" Type="http://schemas.openxmlformats.org/officeDocument/2006/relationships/slide" Target="slide3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4.xml"/><Relationship Id="rId6" Type="http://schemas.openxmlformats.org/officeDocument/2006/relationships/slide" Target="slide3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7.xml"/><Relationship Id="rId4" Type="http://schemas.openxmlformats.org/officeDocument/2006/relationships/slide" Target="slide3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6.xml"/><Relationship Id="rId6" Type="http://schemas.openxmlformats.org/officeDocument/2006/relationships/slide" Target="slide3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9.xml"/><Relationship Id="rId4" Type="http://schemas.openxmlformats.org/officeDocument/2006/relationships/slide" Target="slide3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8.xml"/><Relationship Id="rId6" Type="http://schemas.openxmlformats.org/officeDocument/2006/relationships/slide" Target="slide3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1.xml"/><Relationship Id="rId4" Type="http://schemas.openxmlformats.org/officeDocument/2006/relationships/slide" Target="slide4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0.xml"/><Relationship Id="rId6" Type="http://schemas.openxmlformats.org/officeDocument/2006/relationships/slide" Target="slide4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3.xml"/><Relationship Id="rId4" Type="http://schemas.openxmlformats.org/officeDocument/2006/relationships/slide" Target="slide4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2.xml"/><Relationship Id="rId6" Type="http://schemas.openxmlformats.org/officeDocument/2006/relationships/slide" Target="slide4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5.xml"/><Relationship Id="rId4" Type="http://schemas.openxmlformats.org/officeDocument/2006/relationships/slide" Target="slide4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4.xml"/><Relationship Id="rId6" Type="http://schemas.openxmlformats.org/officeDocument/2006/relationships/slide" Target="slide4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7.xml"/><Relationship Id="rId4" Type="http://schemas.openxmlformats.org/officeDocument/2006/relationships/slide" Target="slide4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6.xml"/><Relationship Id="rId6" Type="http://schemas.openxmlformats.org/officeDocument/2006/relationships/slide" Target="slide4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9.xml"/><Relationship Id="rId4" Type="http://schemas.openxmlformats.org/officeDocument/2006/relationships/slide" Target="slide4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8.xml"/><Relationship Id="rId6" Type="http://schemas.openxmlformats.org/officeDocument/2006/relationships/slide" Target="slide4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1.xml"/><Relationship Id="rId4" Type="http://schemas.openxmlformats.org/officeDocument/2006/relationships/slide" Target="slide5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50.xml"/><Relationship Id="rId6" Type="http://schemas.openxmlformats.org/officeDocument/2006/relationships/slide" Target="slide5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3.xml"/><Relationship Id="rId4" Type="http://schemas.openxmlformats.org/officeDocument/2006/relationships/slide" Target="slide5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52.xml"/><Relationship Id="rId6" Type="http://schemas.openxmlformats.org/officeDocument/2006/relationships/slide" Target="slide5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-731520"/>
            <a:ext cx="2743200" cy="2743200"/>
          </a:xfrm>
          <a:prstGeom prst="ellipse">
            <a:avLst/>
          </a:prstGeom>
          <a:solidFill>
            <a:srgbClr val="22314E"/>
          </a:solidFill>
          <a:ln w="25400">
            <a:solidFill>
              <a:srgbClr val="F2B2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14255" y="-7315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-914400" y="5029200"/>
            <a:ext cx="2377440" cy="2377440"/>
          </a:xfrm>
          <a:prstGeom prst="ellipse">
            <a:avLst/>
          </a:prstGeom>
          <a:solidFill>
            <a:srgbClr val="22314E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-914400" y="5029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B233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103120" cy="457200"/>
          </a:xfrm>
          <a:prstGeom prst="roundRect">
            <a:avLst>
              <a:gd name="adj" fmla="val 100000"/>
            </a:avLst>
          </a:prstGeom>
          <a:solidFill>
            <a:srgbClr val="2231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REVIEW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4592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spc="200" kern="0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DETECTIVE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0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the Vault · A Jeopardy-Style Review Game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Transfer &amp; Transformation · 5 cases · 25 clues · 30 minutes</a:t>
            </a:r>
            <a:endParaRPr lang="en-US" sz="1600" dirty="0"/>
          </a:p>
        </p:txBody>
      </p:sp>
      <p:sp>
        <p:nvSpPr>
          <p:cNvPr id="12" name="Shape 10">
            <a:hlinkClick r:id="rId1" tooltip="" action="ppaction://hlinksldjump"/>
          </p:cNvPr>
          <p:cNvSpPr/>
          <p:nvPr/>
        </p:nvSpPr>
        <p:spPr>
          <a:xfrm>
            <a:off x="640080" y="4434840"/>
            <a:ext cx="2651760" cy="685800"/>
          </a:xfrm>
          <a:prstGeom prst="roundRect">
            <a:avLst>
              <a:gd name="adj" fmla="val 66667"/>
            </a:avLst>
          </a:prstGeom>
          <a:solidFill>
            <a:srgbClr val="F2B233"/>
          </a:solidFill>
          <a:ln/>
        </p:spPr>
      </p:sp>
      <p:sp>
        <p:nvSpPr>
          <p:cNvPr id="13" name="Text 11">
            <a:hlinkClick r:id="rId2" tooltip="" action="ppaction://hlinksldjump"/>
          </p:cNvPr>
          <p:cNvSpPr txBox="1"/>
          <p:nvPr/>
        </p:nvSpPr>
        <p:spPr>
          <a:xfrm>
            <a:off x="64008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START GAME</a:t>
            </a:r>
            <a:endParaRPr lang="en-US" sz="2000" dirty="0"/>
          </a:p>
        </p:txBody>
      </p:sp>
      <p:sp>
        <p:nvSpPr>
          <p:cNvPr id="14" name="Shape 12">
            <a:hlinkClick r:id="rId3" tooltip="" action="ppaction://hlinksldjump"/>
          </p:cNvPr>
          <p:cNvSpPr/>
          <p:nvPr/>
        </p:nvSpPr>
        <p:spPr>
          <a:xfrm>
            <a:off x="3474720" y="4434840"/>
            <a:ext cx="2651760" cy="685800"/>
          </a:xfrm>
          <a:prstGeom prst="roundRect">
            <a:avLst>
              <a:gd name="adj" fmla="val 66667"/>
            </a:avLst>
          </a:prstGeom>
          <a:solidFill>
            <a:srgbClr val="22314E"/>
          </a:solidFill>
          <a:ln/>
        </p:spPr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347472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Play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8864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864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76576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76576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44288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4288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2000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200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79712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79712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Play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Split into teams and open the game board.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12848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Choose a category and a dollar value, then click the tile.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2916936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71216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Read the clue together and discuss your answer.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3575304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529584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Click “Reveal Answer” to check the correct answer.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87952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“◀ Board” to return and pick the next tile.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4632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Track points and unlock a digit on your squad scorecard.</a:t>
            </a:r>
            <a:endParaRPr lang="en-US" sz="2100" dirty="0"/>
          </a:p>
        </p:txBody>
      </p:sp>
      <p:sp>
        <p:nvSpPr>
          <p:cNvPr id="22" name="Shape 20">
            <a:hlinkClick r:id="rId1" tooltip="" action="ppaction://hlinksldjump"/>
          </p:cNvPr>
          <p:cNvSpPr/>
          <p:nvPr/>
        </p:nvSpPr>
        <p:spPr>
          <a:xfrm>
            <a:off x="640080" y="5806440"/>
            <a:ext cx="26517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3" name="Text 21">
            <a:hlinkClick r:id="rId2" tooltip="" action="ppaction://hlinksldjump"/>
          </p:cNvPr>
          <p:cNvSpPr txBox="1"/>
          <p:nvPr/>
        </p:nvSpPr>
        <p:spPr>
          <a:xfrm>
            <a:off x="640080" y="5806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START GAME</a:t>
            </a:r>
            <a:endParaRPr lang="en-US" sz="2000" dirty="0"/>
          </a:p>
        </p:txBody>
      </p:sp>
      <p:sp>
        <p:nvSpPr>
          <p:cNvPr id="24" name="Shape 22">
            <a:hlinkClick r:id="rId3" tooltip="" action="ppaction://hlinksldjump"/>
          </p:cNvPr>
          <p:cNvSpPr/>
          <p:nvPr/>
        </p:nvSpPr>
        <p:spPr>
          <a:xfrm>
            <a:off x="3474720" y="5806440"/>
            <a:ext cx="2651760" cy="640080"/>
          </a:xfrm>
          <a:prstGeom prst="roundRect">
            <a:avLst>
              <a:gd name="adj" fmla="val 71429"/>
            </a:avLst>
          </a:prstGeom>
          <a:solidFill>
            <a:srgbClr val="22314E"/>
          </a:solidFill>
          <a:ln/>
        </p:spPr>
      </p:sp>
      <p:sp>
        <p:nvSpPr>
          <p:cNvPr id="25" name="Text 23">
            <a:hlinkClick r:id="rId4" tooltip="" action="ppaction://hlinksldjump"/>
          </p:cNvPr>
          <p:cNvSpPr txBox="1"/>
          <p:nvPr/>
        </p:nvSpPr>
        <p:spPr>
          <a:xfrm>
            <a:off x="3474720" y="5806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Title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Board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tile to open the clue.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5577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5577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33955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3955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22332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22332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10710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10710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500" dirty="0"/>
          </a:p>
        </p:txBody>
      </p:sp>
      <p:sp>
        <p:nvSpPr>
          <p:cNvPr id="15" name="Shape 13">
            <a:hlinkClick r:id="rId1" tooltip="" action="ppaction://hlinksldjump"/>
          </p:cNvPr>
          <p:cNvSpPr/>
          <p:nvPr/>
        </p:nvSpPr>
        <p:spPr>
          <a:xfrm>
            <a:off x="457200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16" name="Text 14">
            <a:hlinkClick r:id="rId2" tooltip="" action="ppaction://hlinksldjump"/>
          </p:cNvPr>
          <p:cNvSpPr txBox="1"/>
          <p:nvPr/>
        </p:nvSpPr>
        <p:spPr>
          <a:xfrm>
            <a:off x="457200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17" name="Shape 15">
            <a:hlinkClick r:id="rId3" tooltip="" action="ppaction://hlinksldjump"/>
          </p:cNvPr>
          <p:cNvSpPr/>
          <p:nvPr/>
        </p:nvSpPr>
        <p:spPr>
          <a:xfrm>
            <a:off x="2745577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18" name="Text 16">
            <a:hlinkClick r:id="rId4" tooltip="" action="ppaction://hlinksldjump"/>
          </p:cNvPr>
          <p:cNvSpPr txBox="1"/>
          <p:nvPr/>
        </p:nvSpPr>
        <p:spPr>
          <a:xfrm>
            <a:off x="2745577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19" name="Shape 17">
            <a:hlinkClick r:id="rId5" tooltip="" action="ppaction://hlinksldjump"/>
          </p:cNvPr>
          <p:cNvSpPr/>
          <p:nvPr/>
        </p:nvSpPr>
        <p:spPr>
          <a:xfrm>
            <a:off x="5033955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0" name="Text 18">
            <a:hlinkClick r:id="rId6" tooltip="" action="ppaction://hlinksldjump"/>
          </p:cNvPr>
          <p:cNvSpPr txBox="1"/>
          <p:nvPr/>
        </p:nvSpPr>
        <p:spPr>
          <a:xfrm>
            <a:off x="5033955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21" name="Shape 19">
            <a:hlinkClick r:id="rId7" tooltip="" action="ppaction://hlinksldjump"/>
          </p:cNvPr>
          <p:cNvSpPr/>
          <p:nvPr/>
        </p:nvSpPr>
        <p:spPr>
          <a:xfrm>
            <a:off x="7322332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2" name="Text 20">
            <a:hlinkClick r:id="rId8" tooltip="" action="ppaction://hlinksldjump"/>
          </p:cNvPr>
          <p:cNvSpPr txBox="1"/>
          <p:nvPr/>
        </p:nvSpPr>
        <p:spPr>
          <a:xfrm>
            <a:off x="7322332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23" name="Shape 21">
            <a:hlinkClick r:id="rId9" tooltip="" action="ppaction://hlinksldjump"/>
          </p:cNvPr>
          <p:cNvSpPr/>
          <p:nvPr/>
        </p:nvSpPr>
        <p:spPr>
          <a:xfrm>
            <a:off x="9610710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4" name="Text 22">
            <a:hlinkClick r:id="rId10" tooltip="" action="ppaction://hlinksldjump"/>
          </p:cNvPr>
          <p:cNvSpPr txBox="1"/>
          <p:nvPr/>
        </p:nvSpPr>
        <p:spPr>
          <a:xfrm>
            <a:off x="9610710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25" name="Shape 23">
            <a:hlinkClick r:id="rId11" tooltip="" action="ppaction://hlinksldjump"/>
          </p:cNvPr>
          <p:cNvSpPr/>
          <p:nvPr/>
        </p:nvSpPr>
        <p:spPr>
          <a:xfrm>
            <a:off x="457200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6" name="Text 24">
            <a:hlinkClick r:id="rId12" tooltip="" action="ppaction://hlinksldjump"/>
          </p:cNvPr>
          <p:cNvSpPr txBox="1"/>
          <p:nvPr/>
        </p:nvSpPr>
        <p:spPr>
          <a:xfrm>
            <a:off x="457200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27" name="Shape 25">
            <a:hlinkClick r:id="rId13" tooltip="" action="ppaction://hlinksldjump"/>
          </p:cNvPr>
          <p:cNvSpPr/>
          <p:nvPr/>
        </p:nvSpPr>
        <p:spPr>
          <a:xfrm>
            <a:off x="2745577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8" name="Text 26">
            <a:hlinkClick r:id="rId14" tooltip="" action="ppaction://hlinksldjump"/>
          </p:cNvPr>
          <p:cNvSpPr txBox="1"/>
          <p:nvPr/>
        </p:nvSpPr>
        <p:spPr>
          <a:xfrm>
            <a:off x="2745577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29" name="Shape 27">
            <a:hlinkClick r:id="rId15" tooltip="" action="ppaction://hlinksldjump"/>
          </p:cNvPr>
          <p:cNvSpPr/>
          <p:nvPr/>
        </p:nvSpPr>
        <p:spPr>
          <a:xfrm>
            <a:off x="5033955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0" name="Text 28">
            <a:hlinkClick r:id="rId16" tooltip="" action="ppaction://hlinksldjump"/>
          </p:cNvPr>
          <p:cNvSpPr txBox="1"/>
          <p:nvPr/>
        </p:nvSpPr>
        <p:spPr>
          <a:xfrm>
            <a:off x="5033955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31" name="Shape 29">
            <a:hlinkClick r:id="rId17" tooltip="" action="ppaction://hlinksldjump"/>
          </p:cNvPr>
          <p:cNvSpPr/>
          <p:nvPr/>
        </p:nvSpPr>
        <p:spPr>
          <a:xfrm>
            <a:off x="7322332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2" name="Text 30">
            <a:hlinkClick r:id="rId18" tooltip="" action="ppaction://hlinksldjump"/>
          </p:cNvPr>
          <p:cNvSpPr txBox="1"/>
          <p:nvPr/>
        </p:nvSpPr>
        <p:spPr>
          <a:xfrm>
            <a:off x="7322332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33" name="Shape 31">
            <a:hlinkClick r:id="rId19" tooltip="" action="ppaction://hlinksldjump"/>
          </p:cNvPr>
          <p:cNvSpPr/>
          <p:nvPr/>
        </p:nvSpPr>
        <p:spPr>
          <a:xfrm>
            <a:off x="9610710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4" name="Text 32">
            <a:hlinkClick r:id="rId20" tooltip="" action="ppaction://hlinksldjump"/>
          </p:cNvPr>
          <p:cNvSpPr txBox="1"/>
          <p:nvPr/>
        </p:nvSpPr>
        <p:spPr>
          <a:xfrm>
            <a:off x="9610710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35" name="Shape 33">
            <a:hlinkClick r:id="rId21" tooltip="" action="ppaction://hlinksldjump"/>
          </p:cNvPr>
          <p:cNvSpPr/>
          <p:nvPr/>
        </p:nvSpPr>
        <p:spPr>
          <a:xfrm>
            <a:off x="457200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6" name="Text 34">
            <a:hlinkClick r:id="rId22" tooltip="" action="ppaction://hlinksldjump"/>
          </p:cNvPr>
          <p:cNvSpPr txBox="1"/>
          <p:nvPr/>
        </p:nvSpPr>
        <p:spPr>
          <a:xfrm>
            <a:off x="457200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37" name="Shape 35">
            <a:hlinkClick r:id="rId23" tooltip="" action="ppaction://hlinksldjump"/>
          </p:cNvPr>
          <p:cNvSpPr/>
          <p:nvPr/>
        </p:nvSpPr>
        <p:spPr>
          <a:xfrm>
            <a:off x="2745577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8" name="Text 36">
            <a:hlinkClick r:id="rId24" tooltip="" action="ppaction://hlinksldjump"/>
          </p:cNvPr>
          <p:cNvSpPr txBox="1"/>
          <p:nvPr/>
        </p:nvSpPr>
        <p:spPr>
          <a:xfrm>
            <a:off x="2745577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39" name="Shape 37">
            <a:hlinkClick r:id="rId25" tooltip="" action="ppaction://hlinksldjump"/>
          </p:cNvPr>
          <p:cNvSpPr/>
          <p:nvPr/>
        </p:nvSpPr>
        <p:spPr>
          <a:xfrm>
            <a:off x="5033955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0" name="Text 38">
            <a:hlinkClick r:id="rId26" tooltip="" action="ppaction://hlinksldjump"/>
          </p:cNvPr>
          <p:cNvSpPr txBox="1"/>
          <p:nvPr/>
        </p:nvSpPr>
        <p:spPr>
          <a:xfrm>
            <a:off x="5033955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41" name="Shape 39">
            <a:hlinkClick r:id="rId27" tooltip="" action="ppaction://hlinksldjump"/>
          </p:cNvPr>
          <p:cNvSpPr/>
          <p:nvPr/>
        </p:nvSpPr>
        <p:spPr>
          <a:xfrm>
            <a:off x="7322332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2" name="Text 40">
            <a:hlinkClick r:id="rId28" tooltip="" action="ppaction://hlinksldjump"/>
          </p:cNvPr>
          <p:cNvSpPr txBox="1"/>
          <p:nvPr/>
        </p:nvSpPr>
        <p:spPr>
          <a:xfrm>
            <a:off x="7322332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43" name="Shape 41">
            <a:hlinkClick r:id="rId29" tooltip="" action="ppaction://hlinksldjump"/>
          </p:cNvPr>
          <p:cNvSpPr/>
          <p:nvPr/>
        </p:nvSpPr>
        <p:spPr>
          <a:xfrm>
            <a:off x="9610710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4" name="Text 42">
            <a:hlinkClick r:id="rId30" tooltip="" action="ppaction://hlinksldjump"/>
          </p:cNvPr>
          <p:cNvSpPr txBox="1"/>
          <p:nvPr/>
        </p:nvSpPr>
        <p:spPr>
          <a:xfrm>
            <a:off x="9610710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45" name="Shape 43">
            <a:hlinkClick r:id="rId31" tooltip="" action="ppaction://hlinksldjump"/>
          </p:cNvPr>
          <p:cNvSpPr/>
          <p:nvPr/>
        </p:nvSpPr>
        <p:spPr>
          <a:xfrm>
            <a:off x="457200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6" name="Text 44">
            <a:hlinkClick r:id="rId32" tooltip="" action="ppaction://hlinksldjump"/>
          </p:cNvPr>
          <p:cNvSpPr txBox="1"/>
          <p:nvPr/>
        </p:nvSpPr>
        <p:spPr>
          <a:xfrm>
            <a:off x="457200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47" name="Shape 45">
            <a:hlinkClick r:id="rId33" tooltip="" action="ppaction://hlinksldjump"/>
          </p:cNvPr>
          <p:cNvSpPr/>
          <p:nvPr/>
        </p:nvSpPr>
        <p:spPr>
          <a:xfrm>
            <a:off x="2745577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8" name="Text 46">
            <a:hlinkClick r:id="rId34" tooltip="" action="ppaction://hlinksldjump"/>
          </p:cNvPr>
          <p:cNvSpPr txBox="1"/>
          <p:nvPr/>
        </p:nvSpPr>
        <p:spPr>
          <a:xfrm>
            <a:off x="2745577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49" name="Shape 47">
            <a:hlinkClick r:id="rId35" tooltip="" action="ppaction://hlinksldjump"/>
          </p:cNvPr>
          <p:cNvSpPr/>
          <p:nvPr/>
        </p:nvSpPr>
        <p:spPr>
          <a:xfrm>
            <a:off x="5033955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0" name="Text 48">
            <a:hlinkClick r:id="rId36" tooltip="" action="ppaction://hlinksldjump"/>
          </p:cNvPr>
          <p:cNvSpPr txBox="1"/>
          <p:nvPr/>
        </p:nvSpPr>
        <p:spPr>
          <a:xfrm>
            <a:off x="5033955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51" name="Shape 49">
            <a:hlinkClick r:id="rId37" tooltip="" action="ppaction://hlinksldjump"/>
          </p:cNvPr>
          <p:cNvSpPr/>
          <p:nvPr/>
        </p:nvSpPr>
        <p:spPr>
          <a:xfrm>
            <a:off x="7322332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2" name="Text 50">
            <a:hlinkClick r:id="rId38" tooltip="" action="ppaction://hlinksldjump"/>
          </p:cNvPr>
          <p:cNvSpPr txBox="1"/>
          <p:nvPr/>
        </p:nvSpPr>
        <p:spPr>
          <a:xfrm>
            <a:off x="7322332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53" name="Shape 51">
            <a:hlinkClick r:id="rId39" tooltip="" action="ppaction://hlinksldjump"/>
          </p:cNvPr>
          <p:cNvSpPr/>
          <p:nvPr/>
        </p:nvSpPr>
        <p:spPr>
          <a:xfrm>
            <a:off x="9610710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4" name="Text 52">
            <a:hlinkClick r:id="rId40" tooltip="" action="ppaction://hlinksldjump"/>
          </p:cNvPr>
          <p:cNvSpPr txBox="1"/>
          <p:nvPr/>
        </p:nvSpPr>
        <p:spPr>
          <a:xfrm>
            <a:off x="9610710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55" name="Shape 53">
            <a:hlinkClick r:id="rId41" tooltip="" action="ppaction://hlinksldjump"/>
          </p:cNvPr>
          <p:cNvSpPr/>
          <p:nvPr/>
        </p:nvSpPr>
        <p:spPr>
          <a:xfrm>
            <a:off x="457200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6" name="Text 54">
            <a:hlinkClick r:id="rId42" tooltip="" action="ppaction://hlinksldjump"/>
          </p:cNvPr>
          <p:cNvSpPr txBox="1"/>
          <p:nvPr/>
        </p:nvSpPr>
        <p:spPr>
          <a:xfrm>
            <a:off x="457200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57" name="Shape 55">
            <a:hlinkClick r:id="rId43" tooltip="" action="ppaction://hlinksldjump"/>
          </p:cNvPr>
          <p:cNvSpPr/>
          <p:nvPr/>
        </p:nvSpPr>
        <p:spPr>
          <a:xfrm>
            <a:off x="2745577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8" name="Text 56">
            <a:hlinkClick r:id="rId44" tooltip="" action="ppaction://hlinksldjump"/>
          </p:cNvPr>
          <p:cNvSpPr txBox="1"/>
          <p:nvPr/>
        </p:nvSpPr>
        <p:spPr>
          <a:xfrm>
            <a:off x="2745577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59" name="Shape 57">
            <a:hlinkClick r:id="rId45" tooltip="" action="ppaction://hlinksldjump"/>
          </p:cNvPr>
          <p:cNvSpPr/>
          <p:nvPr/>
        </p:nvSpPr>
        <p:spPr>
          <a:xfrm>
            <a:off x="5033955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60" name="Text 58">
            <a:hlinkClick r:id="rId46" tooltip="" action="ppaction://hlinksldjump"/>
          </p:cNvPr>
          <p:cNvSpPr txBox="1"/>
          <p:nvPr/>
        </p:nvSpPr>
        <p:spPr>
          <a:xfrm>
            <a:off x="5033955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61" name="Shape 59">
            <a:hlinkClick r:id="rId47" tooltip="" action="ppaction://hlinksldjump"/>
          </p:cNvPr>
          <p:cNvSpPr/>
          <p:nvPr/>
        </p:nvSpPr>
        <p:spPr>
          <a:xfrm>
            <a:off x="7322332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62" name="Text 60">
            <a:hlinkClick r:id="rId48" tooltip="" action="ppaction://hlinksldjump"/>
          </p:cNvPr>
          <p:cNvSpPr txBox="1"/>
          <p:nvPr/>
        </p:nvSpPr>
        <p:spPr>
          <a:xfrm>
            <a:off x="7322332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63" name="Shape 61">
            <a:hlinkClick r:id="rId49" tooltip="" action="ppaction://hlinksldjump"/>
          </p:cNvPr>
          <p:cNvSpPr/>
          <p:nvPr/>
        </p:nvSpPr>
        <p:spPr>
          <a:xfrm>
            <a:off x="9610710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64" name="Text 62">
            <a:hlinkClick r:id="rId50" tooltip="" action="ppaction://hlinksldjump"/>
          </p:cNvPr>
          <p:cNvSpPr txBox="1"/>
          <p:nvPr/>
        </p:nvSpPr>
        <p:spPr>
          <a:xfrm>
            <a:off x="9610710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65" name="Text 6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class game · Unit 1 review · no external files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the ability to ____.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disappear quietly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a change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exactly the same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invisible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cause a change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the ability to cause change.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 turns on and a fan starts to spin. How do we know energy was involved?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see energy itself moving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only involved when something makes a sound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objects changed on their own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observe the changes and use them as evidence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We observe the changes and use them as evidence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we observe is our evidence that energy was involved.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evidence? Give one example from class.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we observe that helps us explain what happened. Example: the light turned on (a change I saw).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helps us explain; the change is the evidence.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itself cannot be seen. How do scientists know it is involved?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observe changes and use the changes as evidence.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can’t see energy, but we can see the changes it causes.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battery, a stretched rubber band, and a ball held up high all have what in common?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all moving fast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all have stored energy that can cause a change later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all make sound right away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no energy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Change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They all have stored energy that can cause a change later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energy can cause a change later.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an object has while it is moving is called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of motion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moving object has energy of motion.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 drives slowly through a parking lot and then fast on the highway. When does the car have more energy of motion?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is moving fast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is moving slowly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same the whole time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none on the highway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When it is moving fast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SAME object, faster motion means more energy of motion.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SAME object, what does faster speed mean for its energy of motion?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energy of motion (it can cause a bigger change).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object, faster speed → greater change → more energy of motion.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ball rolls down a low ramp and a high ramp. On which ramp will the ball most likely have more energy of motion at the bottom?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 ramp, because the ball moves faster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 ramp, because it is closer to the ground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ramps, because it is the same ball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ramp, because ramp height does not matter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The high ramp, because the ball moves faster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higher ramp makes the ball move faster at the bottom.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Ramp It Up!, you measured how far the cup moved. What did you INFER from that measurement?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Speed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ball moving faster has more energy of motion (a greater change means more energy).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the change and infer the energy of motion.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moving from place to place or object to object is called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transfer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= energy moves.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changing from one form to another is called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transformation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= energy changes form.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water warms a cooler cup. The heat moves, but it stays heat. This is ____.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only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transfer only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 moves but does not change form, so it is transfer only.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flashlight changes stored energy in the battery into light, and energy also moves through the wires to the bulb. Which is happening?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only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transfer and transformation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both transfer and transformation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changes AND the energy moves, so it is both.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tapped cup makes a sound, and a paper strip across the room moves even though nothing touched it. What does the moving paper show?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or Transform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sound transferred energy (the receiver changed).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changed, which shows energy reached it — transfer.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collision?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objects coming together with impact.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collision is two objects hitting with impact.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moving marble hits a still marble, and the still marble rolls away. What happened?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still marble made its own energy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marble’s energy disappeared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of motion transferred to the still marble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energy was involved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Energy of motion transferred to the still marble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marble’s energy of motion transferred to the still marble.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crash, the cars stop. Did the energy disappear? Explain.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Energy transferred to the target, and some became sound.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does not disappear in a collision.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rolling car hits a target and stops; the target moves. What does this change tell us?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disappeared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of motion transferred from the car to the target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made its own energy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energy was involved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Energy of motion transferred from the car to the target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of motion transferred from the car to the target.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Crash Lab, the SAME car from a higher ramp moved the target farther. What does this show?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Course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faster car has more energy of motion (a greater change).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change is evidence of more energy of motion.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things a good design must do are called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are what a good design must do.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limits on materials, time, and safety are called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are the limits on a design.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 builds a design, tests it, and it does not work well. What should they do next?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up, because the design is useless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the result and keep the design the same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result from the notebook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test result as evidence to improve and test again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Use the test result as evidence to improve and test again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 — even failures — are useful evidence to improve.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sentence about Thomas Edison is true?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invented the very first light bulb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worked completely alone and never tested ideas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bulb never needed to be improved by anyone else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improved earlier light bulb designs and tested many materials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He improved earlier light bulb designs and tested many materials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 improved earlier designs and tested many materials.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Lewis Latimer improve the light bulb?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Edison's Lab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made a stronger, more durable filament (and improved the wire-to-filament connection).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Latimer’s filament was stronger and lasted longer.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Detective — Unit 1 Review Game</dc:title>
  <dc:subject>PptxGenJS Presentation</dc:subject>
  <dc:creator>Grade 4 Science</dc:creator>
  <cp:lastModifiedBy>Grade 4 Science</cp:lastModifiedBy>
  <cp:revision>1</cp:revision>
  <dcterms:created xsi:type="dcterms:W3CDTF">2026-10-01T05:18:26Z</dcterms:created>
  <dcterms:modified xsi:type="dcterms:W3CDTF">2026-10-01T05:18:26Z</dcterms:modified>
</cp:coreProperties>
</file>