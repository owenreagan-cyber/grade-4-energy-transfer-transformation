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8" r:id="rId29"/>
    <p:sldId id="266" r:id="rId17"/>
    <p:sldId id="279" r:id="rId30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Moving Objects Have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rial"/>
              </a:rPr>
              <a:t>Chapter 2  ·  Grade 4  ·  Week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840480"/>
            <a:ext cx="2743200" cy="9144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MOVING OBJECT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402336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3840480"/>
            <a:ext cx="237744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98079" y="402336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3840480"/>
            <a:ext cx="2468880" cy="9144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5720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BEFORE
rolling marble → still target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2356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2194560"/>
            <a:ext cx="45720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AFTER
target marble 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The target changed from still to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I notice…  I wonder…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notice…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wonder…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What will happen when the moving marble reaches the target?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Big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18288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How are energy, change, and movement of objects related?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moved?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4572000" cy="18288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the rolling marble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This object was in 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457200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the target marble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It changed from still to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Remember from Chapter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468880"/>
            <a:ext cx="9418320" cy="164592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Energy is the ability to cause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Moving objects cause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657600" cy="14630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moving marble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663440" y="2834640"/>
            <a:ext cx="100584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0" y="2468880"/>
            <a:ext cx="3657600" cy="14630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causes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The moving marble caused the target to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is motion?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7373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Motion: the process of an object changing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Energy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73736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 moving object has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Our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156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How does a moving marble provide evidence that it has energy?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One moving marble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One target marble at 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Identical marbles · flat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Predict: what will happen when the marble reaches the target?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1.  Roll the moving marble toward the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2.  Observe what the target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3.  Record what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Record your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15600" cy="29260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3A5F"/>
                </a:solidFill>
                <a:latin typeface="Arial"/>
              </a:rPr>
              <a:t>What moved before?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3756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3A5F"/>
                </a:solidFill>
                <a:latin typeface="Arial"/>
              </a:rPr>
              <a:t>What changed after contact?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3A5F"/>
                </a:solidFill>
                <a:latin typeface="Arial"/>
              </a:rPr>
              <a:t>How did the target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Debrief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92608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292608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The target's change is evidence the marble had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Reader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3272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All moving objects have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— Student Reader, p.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Observation vs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029200" cy="2377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OBSERVATION
I saw the target move.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194560"/>
            <a:ext cx="5029200" cy="237744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INFERENCE
I think the marble had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Moving objects cause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basketball →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743200"/>
            <a:ext cx="338328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raindrops → puddle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743200"/>
            <a:ext cx="338328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wind → turbine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Non-example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0116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book sitting
on a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Not moving → no change → no energy of 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Bring 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92608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MOVING OBJECT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8952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286000"/>
            <a:ext cx="274320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Name one moving object and the change it caused.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Notebook —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966960" cy="1234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5014"/>
                </a:solidFill>
                <a:latin typeface="Arial"/>
              </a:rPr>
              <a:t>WRITE: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An object is in motion when its position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Arial"/>
              </a:rPr>
              <a:t>REVEAL → 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06240"/>
            <a:ext cx="9966960" cy="18288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79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DRAWING IDEAS (draw YOUR example):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79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•  draw a moving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59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•  add an arrow to show direction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Notebook — Energy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966960" cy="1234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5014"/>
                </a:solidFill>
                <a:latin typeface="Arial"/>
              </a:rPr>
              <a:t>WRITE: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A moving object has energy of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Arial"/>
              </a:rPr>
              <a:t>REVEAL →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06240"/>
            <a:ext cx="9966960" cy="18288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79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DRAWING IDEAS (draw YOUR example):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79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•  draw a moving object causing something else to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